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30352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8229600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613648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30352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30352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8229600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8613648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822960" y="1847088"/>
            <a:ext cx="74980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青绿几何·清新商务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1554480" y="3246120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30352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8229600" y="8686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613648" y="868680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30352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30352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8229600" y="448056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8613648" y="409651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822960" y="1591056"/>
            <a:ext cx="7498080" cy="12801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1554480" y="3310128"/>
            <a:ext cx="603504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111785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1977390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2105406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2964942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779776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79776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401568" y="309295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401568" y="3952494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779776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79776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401568" y="624078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401568" y="1483614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2779776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79776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3401568" y="1611630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3401568" y="2471166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779776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79776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401568" y="2599182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401568" y="3458718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2779776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79776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3401568" y="3586734"/>
            <a:ext cx="51663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3401568" y="4446270"/>
            <a:ext cx="5166360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5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B3E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6" name="Shape 2"/>
          <p:cNvSpPr/>
          <p:nvPr/>
        </p:nvSpPr>
        <p:spPr>
          <a:xfrm>
            <a:off x="256946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6946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91256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3191256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56144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144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6236208" y="829818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6236208" y="1689354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256946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6" name="Text 12"/>
          <p:cNvSpPr/>
          <p:nvPr/>
        </p:nvSpPr>
        <p:spPr>
          <a:xfrm>
            <a:off x="3191256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7" name="Shape 13"/>
          <p:cNvSpPr/>
          <p:nvPr/>
        </p:nvSpPr>
        <p:spPr>
          <a:xfrm>
            <a:off x="3191256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56144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144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0" name="Text 16"/>
          <p:cNvSpPr/>
          <p:nvPr/>
        </p:nvSpPr>
        <p:spPr>
          <a:xfrm>
            <a:off x="6236208" y="2009394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1" name="Shape 17"/>
          <p:cNvSpPr/>
          <p:nvPr/>
        </p:nvSpPr>
        <p:spPr>
          <a:xfrm>
            <a:off x="6236208" y="2868930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2" name="Shape 18"/>
          <p:cNvSpPr/>
          <p:nvPr/>
        </p:nvSpPr>
        <p:spPr>
          <a:xfrm>
            <a:off x="256946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946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4" name="Text 20"/>
          <p:cNvSpPr/>
          <p:nvPr/>
        </p:nvSpPr>
        <p:spPr>
          <a:xfrm>
            <a:off x="3191256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5" name="Shape 21"/>
          <p:cNvSpPr/>
          <p:nvPr/>
        </p:nvSpPr>
        <p:spPr>
          <a:xfrm>
            <a:off x="3191256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26" name="Shape 22"/>
          <p:cNvSpPr/>
          <p:nvPr/>
        </p:nvSpPr>
        <p:spPr>
          <a:xfrm>
            <a:off x="56144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144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8" name="Text 24"/>
          <p:cNvSpPr/>
          <p:nvPr/>
        </p:nvSpPr>
        <p:spPr>
          <a:xfrm>
            <a:off x="6236208" y="3188970"/>
            <a:ext cx="218541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9" name="Shape 25"/>
          <p:cNvSpPr/>
          <p:nvPr/>
        </p:nvSpPr>
        <p:spPr>
          <a:xfrm>
            <a:off x="6236208" y="4048506"/>
            <a:ext cx="2185416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" y="145389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21208" y="145389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 flipH="1">
            <a:off x="2798064" y="145389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3182112" y="145389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21208" y="38404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 flipV="1">
            <a:off x="521208" y="345643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 flipH="1">
            <a:off x="2798064" y="3840480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 flipV="1">
            <a:off x="3182112" y="3456432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768096" y="1901952"/>
            <a:ext cx="2240280" cy="18562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784" b="1" dirty="0">
                <a:solidFill>
                  <a:srgbClr val="C3F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712464" y="1508760"/>
            <a:ext cx="4809744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3712464" y="2990088"/>
            <a:ext cx="480974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将每一步行动落到具体任务，让项目进展清晰可见。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731520" y="1463040"/>
            <a:ext cx="7680960" cy="3108960"/>
          </a:xfrm>
          <a:custGeom>
            <a:avLst/>
            <a:gdLst/>
            <a:ahLst/>
            <a:cxnLst/>
            <a:rect l="l" t="t" r="r" b="b"/>
            <a:pathLst>
              <a:path w="7680960" h="3108960">
                <a:moveTo>
                  <a:pt x="0" y="0"/>
                </a:moveTo>
                <a:lnTo>
                  <a:pt x="7680960" y="0"/>
                </a:lnTo>
                <a:lnTo>
                  <a:pt x="768096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1664208"/>
            <a:ext cx="727862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932688" y="2322576"/>
            <a:ext cx="727862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426464"/>
            <a:ext cx="3877056" cy="3108960"/>
          </a:xfrm>
          <a:custGeom>
            <a:avLst/>
            <a:gdLst/>
            <a:ahLst/>
            <a:cxnLst/>
            <a:rect l="l" t="t" r="r" b="b"/>
            <a:pathLst>
              <a:path w="3877056" h="3108960">
                <a:moveTo>
                  <a:pt x="0" y="0"/>
                </a:moveTo>
                <a:lnTo>
                  <a:pt x="3877056" y="0"/>
                </a:lnTo>
                <a:lnTo>
                  <a:pt x="3877056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627632"/>
            <a:ext cx="347472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56048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13232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291840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93008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071616" y="1444752"/>
            <a:ext cx="2560320" cy="3108960"/>
          </a:xfrm>
          <a:custGeom>
            <a:avLst/>
            <a:gdLst/>
            <a:ahLst/>
            <a:cxnLst/>
            <a:rect l="l" t="t" r="r" b="b"/>
            <a:pathLst>
              <a:path w="2560320" h="3108960">
                <a:moveTo>
                  <a:pt x="0" y="0"/>
                </a:moveTo>
                <a:lnTo>
                  <a:pt x="2560320" y="0"/>
                </a:lnTo>
                <a:lnTo>
                  <a:pt x="256032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72784" y="1645920"/>
            <a:ext cx="2157984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72784" y="2304288"/>
            <a:ext cx="2157984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94944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316736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426464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937760" y="1975104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94944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754880" y="3044952"/>
            <a:ext cx="3877056" cy="1581912"/>
          </a:xfrm>
          <a:custGeom>
            <a:avLst/>
            <a:gdLst/>
            <a:ahLst/>
            <a:cxnLst/>
            <a:rect l="l" t="t" r="r" b="b"/>
            <a:pathLst>
              <a:path w="3877056" h="1581912">
                <a:moveTo>
                  <a:pt x="0" y="0"/>
                </a:moveTo>
                <a:lnTo>
                  <a:pt x="3877056" y="0"/>
                </a:lnTo>
                <a:lnTo>
                  <a:pt x="3877056" y="1581912"/>
                </a:lnTo>
                <a:lnTo>
                  <a:pt x="0" y="1581912"/>
                </a:lnTo>
                <a:close/>
              </a:path>
            </a:pathLst>
          </a:custGeom>
          <a:solidFill>
            <a:srgbClr val="DFFFF5">
              <a:alpha val="13000"/>
            </a:srgbClr>
          </a:solidFill>
          <a:ln w="6401">
            <a:solidFill>
              <a:srgbClr val="80C9C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3154680"/>
            <a:ext cx="3511296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937760" y="3703320"/>
            <a:ext cx="351129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结合实际使用场景检查成果，保留有效证据并修正问题。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512064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45152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645152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368" r="9368" t="0" b="0"/>
          <a:stretch/>
        </p:blipFill>
        <p:spPr>
          <a:xfrm>
            <a:off x="4937760" y="1362456"/>
            <a:ext cx="3694176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986784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986784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05" b="16105"/>
          <a:stretch/>
        </p:blipFill>
        <p:spPr>
          <a:xfrm>
            <a:off x="512064" y="1353312"/>
            <a:ext cx="3950208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95020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33391" b="33391"/>
          <a:stretch/>
        </p:blipFill>
        <p:spPr>
          <a:xfrm>
            <a:off x="4681728" y="1353312"/>
            <a:ext cx="3950208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81728" y="3364992"/>
            <a:ext cx="39502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681728" y="3931920"/>
            <a:ext cx="3950208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3827" b="3827"/>
          <a:stretch/>
        </p:blipFill>
        <p:spPr>
          <a:xfrm>
            <a:off x="512064" y="1353312"/>
            <a:ext cx="2560320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7375" b="27375"/>
          <a:stretch/>
        </p:blipFill>
        <p:spPr>
          <a:xfrm>
            <a:off x="3291840" y="1353312"/>
            <a:ext cx="2560320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1840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291840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7679" b="17679"/>
          <a:stretch/>
        </p:blipFill>
        <p:spPr>
          <a:xfrm>
            <a:off x="6071616" y="1353312"/>
            <a:ext cx="2560320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1616" y="3145536"/>
            <a:ext cx="25603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6071616" y="3712464"/>
            <a:ext cx="256032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8119872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协作空间的设计与体验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8119872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3026" r="3026" t="0" b="0"/>
          <a:stretch/>
        </p:blipFill>
        <p:spPr>
          <a:xfrm>
            <a:off x="512064" y="1353312"/>
            <a:ext cx="186537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自然采光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让自然光进入工作区域，营造明亮舒适的协作环境。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3922" b="23922"/>
          <a:stretch/>
        </p:blipFill>
        <p:spPr>
          <a:xfrm>
            <a:off x="2596896" y="1353312"/>
            <a:ext cx="186537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96896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共享空间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596896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开放而有秩序的空间，让讨论与专注都能找到合适的位置。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12745" b="12745"/>
          <a:stretch/>
        </p:blipFill>
        <p:spPr>
          <a:xfrm>
            <a:off x="4681728" y="1353312"/>
            <a:ext cx="186537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81728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舒适材料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681728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木质材料与柔和织物，形成温暖而平静的日常体验。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16447" r="16447" t="0" b="0"/>
          <a:stretch/>
        </p:blipFill>
        <p:spPr>
          <a:xfrm>
            <a:off x="6766560" y="1353312"/>
            <a:ext cx="186537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66560" y="2880360"/>
            <a:ext cx="186537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细节体验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766560" y="3447288"/>
            <a:ext cx="186537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从座位、动线和交流距离入手，让空间真正服务于人。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4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31520" y="127101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>
            <a:off x="731520" y="1271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 flipH="1">
            <a:off x="8028432" y="1271016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8412480" y="1271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731520" y="3941064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731520" y="3557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 flipH="1">
            <a:off x="8028432" y="3941064"/>
            <a:ext cx="384048" cy="0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 flipV="1">
            <a:off x="8412480" y="3557016"/>
            <a:ext cx="0" cy="384048"/>
          </a:xfrm>
          <a:prstGeom prst="line">
            <a:avLst/>
          </a:prstGeom>
          <a:noFill/>
          <a:ln w="9144">
            <a:solidFill>
              <a:srgbClr val="80C9C2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1280160" y="1810512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13" name="Text 9"/>
          <p:cNvSpPr/>
          <p:nvPr/>
        </p:nvSpPr>
        <p:spPr>
          <a:xfrm>
            <a:off x="1645920" y="3163824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8FF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项目组期待与您共同推进下一阶段工作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2026-09-23T06:43:46Z</dcterms:created>
  <dcterms:modified xsi:type="dcterms:W3CDTF">2026-09-23T06:43:46Z</dcterms:modified>
</cp:coreProperties>
</file>