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image" Target="../media/image-1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image" Target="../media/image-17-4.jpeg"/><Relationship Id="rId5" Type="http://schemas.openxmlformats.org/officeDocument/2006/relationships/image" Target="../media/image-17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77240"/>
            <a:ext cx="731520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乐章雅韵·音乐主题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676656" y="2240280"/>
            <a:ext cx="5943600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项目介绍与阶段成果汇报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汇报人：项目组　日期：2026年9月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03504"/>
            <a:ext cx="7315200" cy="12252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面向未来业务持续发展与团队协作的项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目建设目标实施路径及阶段成果汇报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676656" y="2331720"/>
            <a:ext cx="5943600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项目介绍与阶段成果汇报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汇报人：项目组　日期：2026年9月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DA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560320" y="166649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0" y="173050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182112" y="1611630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182112" y="2471166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2560320" y="265404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2718054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182112" y="2599182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3182112" y="3458718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DA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560320" y="117271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0" y="123672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182112" y="1117854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182112" y="1977390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2560320" y="2160270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2224278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182112" y="2105406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3182112" y="2964942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560320" y="314782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321183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182112" y="3092958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3182112" y="3952494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DA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560320" y="67894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0" y="74295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182112" y="624078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182112" y="1483614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2560320" y="166649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173050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182112" y="1611630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3182112" y="2471166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560320" y="265404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2718054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182112" y="2599182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3182112" y="3458718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2560320" y="364159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60320" y="370560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3182112" y="3586734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3182112" y="4446270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DA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249424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49424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2871216" y="829818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2871216" y="1689354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5157216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57216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5779008" y="829818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5779008" y="1689354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249424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49424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2871216" y="2009394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2871216" y="2868930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5157216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57216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5779008" y="2009394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5779008" y="2868930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2249424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49424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2871216" y="3188970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阶段成果</a:t>
            </a:r>
            <a:endParaRPr lang="en-US" sz="1152" dirty="0"/>
          </a:p>
        </p:txBody>
      </p:sp>
      <p:sp>
        <p:nvSpPr>
          <p:cNvPr id="24" name="Shape 21"/>
          <p:cNvSpPr/>
          <p:nvPr/>
        </p:nvSpPr>
        <p:spPr>
          <a:xfrm>
            <a:off x="2871216" y="4048506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DA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249424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49424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2871216" y="829818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2871216" y="1689354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5157216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57216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5779008" y="829818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5779008" y="1689354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249424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49424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2871216" y="2009394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2871216" y="2868930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5157216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57216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5779008" y="2009394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5779008" y="2868930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2249424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49424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2871216" y="3188970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阶段成果</a:t>
            </a:r>
            <a:endParaRPr lang="en-US" sz="1152" dirty="0"/>
          </a:p>
        </p:txBody>
      </p:sp>
      <p:sp>
        <p:nvSpPr>
          <p:cNvPr id="24" name="Shape 21"/>
          <p:cNvSpPr/>
          <p:nvPr/>
        </p:nvSpPr>
        <p:spPr>
          <a:xfrm>
            <a:off x="2871216" y="4048506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5157216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57216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52" dirty="0"/>
          </a:p>
        </p:txBody>
      </p:sp>
      <p:sp>
        <p:nvSpPr>
          <p:cNvPr id="27" name="Text 24"/>
          <p:cNvSpPr/>
          <p:nvPr/>
        </p:nvSpPr>
        <p:spPr>
          <a:xfrm>
            <a:off x="5779008" y="3188970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下一步计划</a:t>
            </a:r>
            <a:endParaRPr lang="en-US" sz="1152" dirty="0"/>
          </a:p>
        </p:txBody>
      </p:sp>
      <p:sp>
        <p:nvSpPr>
          <p:cNvPr id="28" name="Shape 25"/>
          <p:cNvSpPr/>
          <p:nvPr/>
        </p:nvSpPr>
        <p:spPr>
          <a:xfrm>
            <a:off x="5779008" y="4048506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944" y="2468880"/>
            <a:ext cx="2011680" cy="17190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064" b="1" dirty="0">
                <a:solidFill>
                  <a:srgbClr val="DA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3017520" y="1737360"/>
            <a:ext cx="5029200" cy="704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从共同目标出发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3017520" y="3154680"/>
            <a:ext cx="5029200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将每一步行动落到具体任务，让项目进展清晰可见。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53312"/>
            <a:ext cx="2313432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108960" y="1408176"/>
            <a:ext cx="29260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7" name="Text 3"/>
          <p:cNvSpPr/>
          <p:nvPr/>
        </p:nvSpPr>
        <p:spPr>
          <a:xfrm>
            <a:off x="3108960" y="1609344"/>
            <a:ext cx="4754880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3108960" y="2267712"/>
            <a:ext cx="475488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426464"/>
            <a:ext cx="29260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512064" y="1627632"/>
            <a:ext cx="3602736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12064" y="2286000"/>
            <a:ext cx="3602736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334256" y="1426464"/>
            <a:ext cx="29260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4334256" y="1627632"/>
            <a:ext cx="3602736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334256" y="2286000"/>
            <a:ext cx="3602736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444752"/>
            <a:ext cx="29260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512064" y="1645920"/>
            <a:ext cx="2322576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12064" y="2304288"/>
            <a:ext cx="232257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072384" y="1444752"/>
            <a:ext cx="29260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3072384" y="1645920"/>
            <a:ext cx="2322576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072384" y="2304288"/>
            <a:ext cx="2322576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632704" y="1444752"/>
            <a:ext cx="29260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5632704" y="1645920"/>
            <a:ext cx="2322576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建立协作机制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5632704" y="2304288"/>
            <a:ext cx="232257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同步信息与进展，及时处理依赖，让各方保持一致理解。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335024"/>
            <a:ext cx="2743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512064" y="1426464"/>
            <a:ext cx="3529584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12064" y="1975104"/>
            <a:ext cx="3529584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334256" y="1335024"/>
            <a:ext cx="2743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4334256" y="1426464"/>
            <a:ext cx="3529584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334256" y="1975104"/>
            <a:ext cx="3529584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12064" y="3063240"/>
            <a:ext cx="2743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512064" y="3154680"/>
            <a:ext cx="3529584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建立协作机制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512064" y="3703320"/>
            <a:ext cx="3529584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同步信息与进展，及时处理依赖，让各方保持一致理解。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4334256" y="3063240"/>
            <a:ext cx="2743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/>
          <p:nvPr/>
        </p:nvSpPr>
        <p:spPr>
          <a:xfrm>
            <a:off x="4334256" y="3154680"/>
            <a:ext cx="3529584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验证实际成果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4334256" y="3703320"/>
            <a:ext cx="3529584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结合实际使用场景检查成果，保留有效证据并修正问题。</a:t>
            </a:r>
            <a:endParaRPr lang="en-US" sz="115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课堂与舞台的音乐实践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13748" r="13748" t="0" b="0"/>
          <a:stretch/>
        </p:blipFill>
        <p:spPr>
          <a:xfrm>
            <a:off x="512064" y="1362456"/>
            <a:ext cx="3456432" cy="31821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79392" y="1591056"/>
            <a:ext cx="3657600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专注练习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4279392" y="2423160"/>
            <a:ext cx="365760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从节奏与指法入手，在日常练习中积累稳定的演奏能力。</a:t>
            </a:r>
            <a:endParaRPr lang="en-US" sz="115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课堂与舞台的音乐实践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13748" r="13748" t="0" b="0"/>
          <a:stretch/>
        </p:blipFill>
        <p:spPr>
          <a:xfrm>
            <a:off x="4480560" y="1362456"/>
            <a:ext cx="3456432" cy="31821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1591056"/>
            <a:ext cx="3657600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专注练习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2423160"/>
            <a:ext cx="365760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从节奏与指法入手，在日常练习中积累稳定的演奏能力。</a:t>
            </a:r>
            <a:endParaRPr lang="en-US" sz="115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课堂与舞台的音乐实践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1125" b="11125"/>
          <a:stretch/>
        </p:blipFill>
        <p:spPr>
          <a:xfrm>
            <a:off x="512064" y="1353312"/>
            <a:ext cx="3611880" cy="1874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3364992"/>
            <a:ext cx="361188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专注练习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931920"/>
            <a:ext cx="36118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从节奏与指法入手，在日常练习中积累稳定的演奏能力。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11076" b="11076"/>
          <a:stretch/>
        </p:blipFill>
        <p:spPr>
          <a:xfrm>
            <a:off x="4325112" y="1353312"/>
            <a:ext cx="3611880" cy="1874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25112" y="3364992"/>
            <a:ext cx="361188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合奏交流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4325112" y="3931920"/>
            <a:ext cx="36118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通过合奏练习感受声部之间的联系，学习配合与相互倾听。</a:t>
            </a:r>
            <a:endParaRPr lang="en-US" sz="115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课堂与舞台的音乐实践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2796" r="2796" t="0" b="0"/>
          <a:stretch/>
        </p:blipFill>
        <p:spPr>
          <a:xfrm>
            <a:off x="512064" y="1353312"/>
            <a:ext cx="2340864" cy="16550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3145536"/>
            <a:ext cx="2340864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专注练习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712464"/>
            <a:ext cx="2340864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从节奏与指法入手，在日常练习中积累稳定的演奏能力。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2855" r="2855" t="0" b="0"/>
          <a:stretch/>
        </p:blipFill>
        <p:spPr>
          <a:xfrm>
            <a:off x="3054096" y="1353312"/>
            <a:ext cx="2340864" cy="16550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054096" y="3145536"/>
            <a:ext cx="2340864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合奏交流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3054096" y="3712464"/>
            <a:ext cx="2340864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通过合奏练习感受声部之间的联系，学习配合与相互倾听。</a:t>
            </a:r>
            <a:endParaRPr lang="en-US" sz="115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2855" r="2855" t="0" b="0"/>
          <a:stretch/>
        </p:blipFill>
        <p:spPr>
          <a:xfrm>
            <a:off x="5596128" y="1353312"/>
            <a:ext cx="2340864" cy="165506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96128" y="3145536"/>
            <a:ext cx="2340864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聆听作品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5596128" y="3712464"/>
            <a:ext cx="2340864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聆听不同风格的音乐作品，认识旋律、和声与作品结构。</a:t>
            </a:r>
            <a:endParaRPr lang="en-US" sz="115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课堂与舞台的音乐实践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9050" r="9050" t="0" b="0"/>
          <a:stretch/>
        </p:blipFill>
        <p:spPr>
          <a:xfrm>
            <a:off x="512064" y="1353312"/>
            <a:ext cx="1705356" cy="13898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2880360"/>
            <a:ext cx="170535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专注练习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447288"/>
            <a:ext cx="170535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从节奏与指法入手，在日常练习中积累稳定的演奏能力。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9101" r="9101" t="0" b="0"/>
          <a:stretch/>
        </p:blipFill>
        <p:spPr>
          <a:xfrm>
            <a:off x="2418588" y="1353312"/>
            <a:ext cx="1705356" cy="13898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418588" y="2880360"/>
            <a:ext cx="170535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合奏交流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2418588" y="3447288"/>
            <a:ext cx="170535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通过合奏练习感受声部之间的联系，学习配合与相互倾听。</a:t>
            </a:r>
            <a:endParaRPr lang="en-US" sz="115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9101" r="9101" t="0" b="0"/>
          <a:stretch/>
        </p:blipFill>
        <p:spPr>
          <a:xfrm>
            <a:off x="4325112" y="1353312"/>
            <a:ext cx="1705356" cy="13898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25112" y="2880360"/>
            <a:ext cx="170535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聆听作品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4325112" y="3447288"/>
            <a:ext cx="170535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聆听不同风格的音乐作品，认识旋律、和声与作品结构。</a:t>
            </a:r>
            <a:endParaRPr lang="en-US" sz="115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8743" r="8743" t="0" b="0"/>
          <a:stretch/>
        </p:blipFill>
        <p:spPr>
          <a:xfrm>
            <a:off x="6231636" y="1353312"/>
            <a:ext cx="1705356" cy="13898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231636" y="2880360"/>
            <a:ext cx="170535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舞台表达</a:t>
            </a:r>
            <a:endParaRPr lang="en-US" sz="1152" dirty="0"/>
          </a:p>
        </p:txBody>
      </p:sp>
      <p:sp>
        <p:nvSpPr>
          <p:cNvPr id="16" name="Text 9"/>
          <p:cNvSpPr/>
          <p:nvPr/>
        </p:nvSpPr>
        <p:spPr>
          <a:xfrm>
            <a:off x="6231636" y="3447288"/>
            <a:ext cx="170535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在舞台实践中整理学习成果，用音乐表达情绪与想法。</a:t>
            </a:r>
            <a:endParaRPr lang="en-US" sz="115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960120"/>
            <a:ext cx="658368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感谢您的关注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1188720" y="2240280"/>
            <a:ext cx="5852160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项目组期待与您共同推进下一阶段工作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2026-09-23T12:08:57Z</dcterms:created>
  <dcterms:modified xsi:type="dcterms:W3CDTF">2026-09-23T12:08:57Z</dcterms:modified>
</cp:coreProperties>
</file>