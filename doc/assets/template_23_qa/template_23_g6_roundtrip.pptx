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8600"/>
            <a:ext cx="4389120" cy="24688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657600" cy="329184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0"/>
            <a:ext cx="7680960" cy="19202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77824" y="1325880"/>
            <a:ext cx="594360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蓝曜星幕编辑验收</a:t>
            </a:r>
            <a:endParaRPr lang="en-US" sz="1152" dirty="0"/>
          </a:p>
        </p:txBody>
      </p:sp>
      <p:sp>
        <p:nvSpPr>
          <p:cNvPr id="7" name="Text 1"/>
          <p:cNvSpPr/>
          <p:nvPr/>
        </p:nvSpPr>
        <p:spPr>
          <a:xfrm>
            <a:off x="923544" y="2834640"/>
            <a:ext cx="53949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固定数据真实处理链验收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232" y="1508760"/>
            <a:ext cx="548640" cy="384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1371600" y="1517904"/>
            <a:ext cx="294436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1371600" y="1938528"/>
            <a:ext cx="2907792" cy="0"/>
          </a:xfrm>
          <a:custGeom>
            <a:avLst/>
            <a:gdLst/>
            <a:ahLst/>
            <a:cxnLst/>
            <a:rect l="l" t="t" r="r" b="b"/>
            <a:pathLst>
              <a:path w="2907792" h="0">
                <a:moveTo>
                  <a:pt x="0" y="0"/>
                </a:moveTo>
                <a:lnTo>
                  <a:pt x="2907792" y="0"/>
                </a:lnTo>
              </a:path>
            </a:pathLst>
          </a:custGeom>
          <a:noFill/>
          <a:ln w="9144">
            <a:solidFill>
              <a:srgbClr val="1A3955"/>
            </a:solidFill>
            <a:prstDash val="solid"/>
            <a:headEnd type="none"/>
            <a:tailEnd type="none"/>
          </a:ln>
        </p:spPr>
      </p:sp>
      <p:sp>
        <p:nvSpPr>
          <p:cNvPr id="8" name="Text 4"/>
          <p:cNvSpPr/>
          <p:nvPr/>
        </p:nvSpPr>
        <p:spPr>
          <a:xfrm>
            <a:off x="4846320" y="1508760"/>
            <a:ext cx="548640" cy="384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5504688" y="1517904"/>
            <a:ext cx="294436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关键成果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504688" y="1938528"/>
            <a:ext cx="2907792" cy="0"/>
          </a:xfrm>
          <a:custGeom>
            <a:avLst/>
            <a:gdLst/>
            <a:ahLst/>
            <a:cxnLst/>
            <a:rect l="l" t="t" r="r" b="b"/>
            <a:pathLst>
              <a:path w="2907792" h="0">
                <a:moveTo>
                  <a:pt x="0" y="0"/>
                </a:moveTo>
                <a:lnTo>
                  <a:pt x="2907792" y="0"/>
                </a:lnTo>
              </a:path>
            </a:pathLst>
          </a:custGeom>
          <a:noFill/>
          <a:ln w="9144">
            <a:solidFill>
              <a:srgbClr val="1A3955"/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713232" y="2404872"/>
            <a:ext cx="548640" cy="384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1371600" y="2414016"/>
            <a:ext cx="294436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业务指标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1371600" y="2834640"/>
            <a:ext cx="2907792" cy="0"/>
          </a:xfrm>
          <a:custGeom>
            <a:avLst/>
            <a:gdLst/>
            <a:ahLst/>
            <a:cxnLst/>
            <a:rect l="l" t="t" r="r" b="b"/>
            <a:pathLst>
              <a:path w="2907792" h="0">
                <a:moveTo>
                  <a:pt x="0" y="0"/>
                </a:moveTo>
                <a:lnTo>
                  <a:pt x="2907792" y="0"/>
                </a:lnTo>
              </a:path>
            </a:pathLst>
          </a:custGeom>
          <a:noFill/>
          <a:ln w="9144">
            <a:solidFill>
              <a:srgbClr val="1A3955"/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4846320" y="2404872"/>
            <a:ext cx="548640" cy="384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5" name="Text 11"/>
          <p:cNvSpPr/>
          <p:nvPr/>
        </p:nvSpPr>
        <p:spPr>
          <a:xfrm>
            <a:off x="5504688" y="2414016"/>
            <a:ext cx="294436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后续计划</a:t>
            </a:r>
            <a:endParaRPr lang="en-US" sz="1152" dirty="0"/>
          </a:p>
        </p:txBody>
      </p:sp>
      <p:sp>
        <p:nvSpPr>
          <p:cNvPr id="16" name="Shape 12"/>
          <p:cNvSpPr/>
          <p:nvPr/>
        </p:nvSpPr>
        <p:spPr>
          <a:xfrm>
            <a:off x="5504688" y="2834640"/>
            <a:ext cx="2907792" cy="0"/>
          </a:xfrm>
          <a:custGeom>
            <a:avLst/>
            <a:gdLst/>
            <a:ahLst/>
            <a:cxnLst/>
            <a:rect l="l" t="t" r="r" b="b"/>
            <a:pathLst>
              <a:path w="2907792" h="0">
                <a:moveTo>
                  <a:pt x="0" y="0"/>
                </a:moveTo>
                <a:lnTo>
                  <a:pt x="2907792" y="0"/>
                </a:lnTo>
              </a:path>
            </a:pathLst>
          </a:custGeom>
          <a:noFill/>
          <a:ln w="9144">
            <a:solidFill>
              <a:srgbClr val="1A3955"/>
            </a:solidFill>
            <a:prstDash val="solid"/>
            <a:headEnd type="none"/>
            <a:tailEnd type="none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43200"/>
            <a:ext cx="2560320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411480"/>
            <a:ext cx="3794760" cy="34015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9808" y="1298448"/>
            <a:ext cx="164592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5472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5" name="Shape 1"/>
          <p:cNvSpPr/>
          <p:nvPr/>
        </p:nvSpPr>
        <p:spPr>
          <a:xfrm>
            <a:off x="822960" y="2542032"/>
            <a:ext cx="1645920" cy="0"/>
          </a:xfrm>
          <a:custGeom>
            <a:avLst/>
            <a:gdLst/>
            <a:ahLst/>
            <a:cxnLst/>
            <a:rect l="l" t="t" r="r" b="b"/>
            <a:pathLst>
              <a:path w="1645920" h="0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  <a:ln w="18288">
            <a:solidFill>
              <a:srgbClr val="00DCEB"/>
            </a:solidFill>
            <a:prstDash val="solid"/>
            <a:headEnd type="none"/>
            <a:tailEnd type="none"/>
          </a:ln>
        </p:spPr>
      </p:sp>
      <p:sp>
        <p:nvSpPr>
          <p:cNvPr id="6" name="Text 2"/>
          <p:cNvSpPr/>
          <p:nvPr/>
        </p:nvSpPr>
        <p:spPr>
          <a:xfrm>
            <a:off x="2880360" y="1508760"/>
            <a:ext cx="5212080" cy="8778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关键成果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2926080" y="2606040"/>
            <a:ext cx="4572000" cy="6583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聚焦阶段价值。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4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本阶段四项成果</a:t>
            </a:r>
            <a:endParaRPr lang="en-US" sz="115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30352" y="1463040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3840480" h="1371600">
                <a:moveTo>
                  <a:pt x="0" y="0"/>
                </a:moveTo>
                <a:lnTo>
                  <a:pt x="3840480" y="0"/>
                </a:lnTo>
                <a:lnTo>
                  <a:pt x="38404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1A2F"/>
          </a:solidFill>
          <a:ln w="9144">
            <a:solidFill>
              <a:srgbClr val="1A395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31520" y="1627632"/>
            <a:ext cx="475488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1280160" y="1627632"/>
            <a:ext cx="2852928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统一视觉规范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731520" y="2093976"/>
            <a:ext cx="3438144" cy="0"/>
          </a:xfrm>
          <a:custGeom>
            <a:avLst/>
            <a:gdLst/>
            <a:ahLst/>
            <a:cxnLst/>
            <a:rect l="l" t="t" r="r" b="b"/>
            <a:pathLst>
              <a:path w="3438144" h="0">
                <a:moveTo>
                  <a:pt x="0" y="0"/>
                </a:moveTo>
                <a:lnTo>
                  <a:pt x="3438144" y="0"/>
                </a:lnTo>
              </a:path>
            </a:pathLst>
          </a:custGeom>
          <a:noFill/>
          <a:ln w="9144">
            <a:solidFill>
              <a:srgbClr val="0A8E99"/>
            </a:solidFill>
            <a:prstDash val="solid"/>
            <a:headEnd type="none"/>
            <a:tailEnd type="none"/>
          </a:ln>
        </p:spPr>
      </p:sp>
      <p:sp>
        <p:nvSpPr>
          <p:cNvPr id="9" name="Text 5"/>
          <p:cNvSpPr/>
          <p:nvPr/>
        </p:nvSpPr>
        <p:spPr>
          <a:xfrm>
            <a:off x="731520" y="2212848"/>
            <a:ext cx="3438144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正文编辑验收：内容保持可修改并可保存。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4681728" y="1463040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3840480" h="1371600">
                <a:moveTo>
                  <a:pt x="0" y="0"/>
                </a:moveTo>
                <a:lnTo>
                  <a:pt x="3840480" y="0"/>
                </a:lnTo>
                <a:lnTo>
                  <a:pt x="38404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1A2F"/>
          </a:solidFill>
          <a:ln w="9144">
            <a:solidFill>
              <a:srgbClr val="1A395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82896" y="1627632"/>
            <a:ext cx="475488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5431536" y="1627632"/>
            <a:ext cx="2852928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完善页面库存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4882896" y="2093976"/>
            <a:ext cx="3438144" cy="0"/>
          </a:xfrm>
          <a:custGeom>
            <a:avLst/>
            <a:gdLst/>
            <a:ahLst/>
            <a:cxnLst/>
            <a:rect l="l" t="t" r="r" b="b"/>
            <a:pathLst>
              <a:path w="3438144" h="0">
                <a:moveTo>
                  <a:pt x="0" y="0"/>
                </a:moveTo>
                <a:lnTo>
                  <a:pt x="3438144" y="0"/>
                </a:lnTo>
              </a:path>
            </a:pathLst>
          </a:custGeom>
          <a:noFill/>
          <a:ln w="9144">
            <a:solidFill>
              <a:srgbClr val="0A8E99"/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4882896" y="2212848"/>
            <a:ext cx="3438144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覆盖五种页面类型和二十个稳定版式。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530352" y="3054096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3840480" h="1371600">
                <a:moveTo>
                  <a:pt x="0" y="0"/>
                </a:moveTo>
                <a:lnTo>
                  <a:pt x="3840480" y="0"/>
                </a:lnTo>
                <a:lnTo>
                  <a:pt x="38404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1A2F"/>
          </a:solidFill>
          <a:ln w="9144">
            <a:solidFill>
              <a:srgbClr val="1A395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3218688"/>
            <a:ext cx="475488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7" name="Text 13"/>
          <p:cNvSpPr/>
          <p:nvPr/>
        </p:nvSpPr>
        <p:spPr>
          <a:xfrm>
            <a:off x="1280160" y="3218688"/>
            <a:ext cx="2852928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保留编辑能力</a:t>
            </a:r>
            <a:endParaRPr lang="en-US" sz="1152" dirty="0"/>
          </a:p>
        </p:txBody>
      </p:sp>
      <p:sp>
        <p:nvSpPr>
          <p:cNvPr id="18" name="Shape 14"/>
          <p:cNvSpPr/>
          <p:nvPr/>
        </p:nvSpPr>
        <p:spPr>
          <a:xfrm>
            <a:off x="731520" y="3685032"/>
            <a:ext cx="3438144" cy="0"/>
          </a:xfrm>
          <a:custGeom>
            <a:avLst/>
            <a:gdLst/>
            <a:ahLst/>
            <a:cxnLst/>
            <a:rect l="l" t="t" r="r" b="b"/>
            <a:pathLst>
              <a:path w="3438144" h="0">
                <a:moveTo>
                  <a:pt x="0" y="0"/>
                </a:moveTo>
                <a:lnTo>
                  <a:pt x="3438144" y="0"/>
                </a:lnTo>
              </a:path>
            </a:pathLst>
          </a:custGeom>
          <a:noFill/>
          <a:ln w="9144">
            <a:solidFill>
              <a:srgbClr val="0A8E99"/>
            </a:solidFill>
            <a:prstDash val="solid"/>
            <a:headEnd type="none"/>
            <a:tailEnd type="none"/>
          </a:ln>
        </p:spPr>
      </p:sp>
      <p:sp>
        <p:nvSpPr>
          <p:cNvPr id="19" name="Text 15"/>
          <p:cNvSpPr/>
          <p:nvPr/>
        </p:nvSpPr>
        <p:spPr>
          <a:xfrm>
            <a:off x="731520" y="3803904"/>
            <a:ext cx="3438144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标题正文可编辑，业务图片可替换。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4681728" y="3054096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3840480" h="1371600">
                <a:moveTo>
                  <a:pt x="0" y="0"/>
                </a:moveTo>
                <a:lnTo>
                  <a:pt x="3840480" y="0"/>
                </a:lnTo>
                <a:lnTo>
                  <a:pt x="38404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1A2F"/>
          </a:solidFill>
          <a:ln w="9144">
            <a:solidFill>
              <a:srgbClr val="1A39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82896" y="3218688"/>
            <a:ext cx="475488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2" name="Text 18"/>
          <p:cNvSpPr/>
          <p:nvPr/>
        </p:nvSpPr>
        <p:spPr>
          <a:xfrm>
            <a:off x="5431536" y="3218688"/>
            <a:ext cx="2852928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建立验收证据</a:t>
            </a:r>
            <a:endParaRPr lang="en-US" sz="1152" dirty="0"/>
          </a:p>
        </p:txBody>
      </p:sp>
      <p:sp>
        <p:nvSpPr>
          <p:cNvPr id="23" name="Shape 19"/>
          <p:cNvSpPr/>
          <p:nvPr/>
        </p:nvSpPr>
        <p:spPr>
          <a:xfrm>
            <a:off x="4882896" y="3685032"/>
            <a:ext cx="3438144" cy="0"/>
          </a:xfrm>
          <a:custGeom>
            <a:avLst/>
            <a:gdLst/>
            <a:ahLst/>
            <a:cxnLst/>
            <a:rect l="l" t="t" r="r" b="b"/>
            <a:pathLst>
              <a:path w="3438144" h="0">
                <a:moveTo>
                  <a:pt x="0" y="0"/>
                </a:moveTo>
                <a:lnTo>
                  <a:pt x="3438144" y="0"/>
                </a:lnTo>
              </a:path>
            </a:pathLst>
          </a:custGeom>
          <a:noFill/>
          <a:ln w="9144">
            <a:solidFill>
              <a:srgbClr val="0A8E99"/>
            </a:solidFill>
            <a:prstDash val="solid"/>
            <a:headEnd type="none"/>
            <a:tailEnd type="none"/>
          </a:ln>
        </p:spPr>
      </p:sp>
      <p:sp>
        <p:nvSpPr>
          <p:cNvPr id="24" name="Text 20"/>
          <p:cNvSpPr/>
          <p:nvPr/>
        </p:nvSpPr>
        <p:spPr>
          <a:xfrm>
            <a:off x="4882896" y="3803904"/>
            <a:ext cx="3438144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验证保存、导出和重新导入。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三项经营指标</a:t>
            </a:r>
            <a:endParaRPr lang="en-US" sz="115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307592" y="1645920"/>
            <a:ext cx="1261872" cy="1261872"/>
          </a:xfrm>
          <a:custGeom>
            <a:avLst/>
            <a:gdLst/>
            <a:ahLst/>
            <a:cxnLst/>
            <a:rect l="l" t="t" r="r" b="b"/>
            <a:pathLst>
              <a:path w="1261872" h="1261872">
                <a:moveTo>
                  <a:pt x="630936" y="0"/>
                </a:moveTo>
                <a:cubicBezTo>
                  <a:pt x="979331" y="174"/>
                  <a:pt x="1261644" y="282699"/>
                  <a:pt x="1261557" y="631094"/>
                </a:cubicBezTo>
                <a:cubicBezTo>
                  <a:pt x="1261469" y="979488"/>
                  <a:pt x="979015" y="1261872"/>
                  <a:pt x="630621" y="1261872"/>
                </a:cubicBezTo>
                <a:cubicBezTo>
                  <a:pt x="282226" y="1261872"/>
                  <a:pt x="-228" y="979488"/>
                  <a:pt x="-315" y="631094"/>
                </a:cubicBezTo>
                <a:cubicBezTo>
                  <a:pt x="-403" y="282699"/>
                  <a:pt x="281910" y="174"/>
                  <a:pt x="630305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380744" y="2029968"/>
            <a:ext cx="11155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841248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页面库存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841248" y="3749040"/>
            <a:ext cx="21945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稳定版式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977640" y="1645920"/>
            <a:ext cx="1261872" cy="1261872"/>
          </a:xfrm>
          <a:custGeom>
            <a:avLst/>
            <a:gdLst/>
            <a:ahLst/>
            <a:cxnLst/>
            <a:rect l="l" t="t" r="r" b="b"/>
            <a:pathLst>
              <a:path w="1261872" h="1261872">
                <a:moveTo>
                  <a:pt x="630936" y="0"/>
                </a:moveTo>
                <a:cubicBezTo>
                  <a:pt x="979331" y="174"/>
                  <a:pt x="1261644" y="282699"/>
                  <a:pt x="1261557" y="631094"/>
                </a:cubicBezTo>
                <a:cubicBezTo>
                  <a:pt x="1261469" y="979488"/>
                  <a:pt x="979015" y="1261872"/>
                  <a:pt x="630621" y="1261872"/>
                </a:cubicBezTo>
                <a:cubicBezTo>
                  <a:pt x="282226" y="1261872"/>
                  <a:pt x="-228" y="979488"/>
                  <a:pt x="-315" y="631094"/>
                </a:cubicBezTo>
                <a:cubicBezTo>
                  <a:pt x="-403" y="282699"/>
                  <a:pt x="281910" y="174"/>
                  <a:pt x="630305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50792" y="2029968"/>
            <a:ext cx="11155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2" dirty="0"/>
          </a:p>
        </p:txBody>
      </p:sp>
      <p:sp>
        <p:nvSpPr>
          <p:cNvPr id="11" name="Text 7"/>
          <p:cNvSpPr/>
          <p:nvPr/>
        </p:nvSpPr>
        <p:spPr>
          <a:xfrm>
            <a:off x="3511296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页面类型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3511296" y="3749040"/>
            <a:ext cx="21945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语义类型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6647688" y="1645920"/>
            <a:ext cx="1261872" cy="1261872"/>
          </a:xfrm>
          <a:custGeom>
            <a:avLst/>
            <a:gdLst/>
            <a:ahLst/>
            <a:cxnLst/>
            <a:rect l="l" t="t" r="r" b="b"/>
            <a:pathLst>
              <a:path w="1261872" h="1261872">
                <a:moveTo>
                  <a:pt x="630936" y="0"/>
                </a:moveTo>
                <a:cubicBezTo>
                  <a:pt x="979331" y="174"/>
                  <a:pt x="1261644" y="282699"/>
                  <a:pt x="1261557" y="631094"/>
                </a:cubicBezTo>
                <a:cubicBezTo>
                  <a:pt x="1261469" y="979488"/>
                  <a:pt x="979015" y="1261872"/>
                  <a:pt x="630621" y="1261872"/>
                </a:cubicBezTo>
                <a:cubicBezTo>
                  <a:pt x="282226" y="1261872"/>
                  <a:pt x="-228" y="979488"/>
                  <a:pt x="-315" y="631094"/>
                </a:cubicBezTo>
                <a:cubicBezTo>
                  <a:pt x="-403" y="282699"/>
                  <a:pt x="281910" y="174"/>
                  <a:pt x="630305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20840" y="2029968"/>
            <a:ext cx="11155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52" dirty="0"/>
          </a:p>
        </p:txBody>
      </p:sp>
      <p:sp>
        <p:nvSpPr>
          <p:cNvPr id="15" name="Text 11"/>
          <p:cNvSpPr/>
          <p:nvPr/>
        </p:nvSpPr>
        <p:spPr>
          <a:xfrm>
            <a:off x="6181344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素材库存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6181344" y="3749040"/>
            <a:ext cx="21945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原创素材</a:t>
            </a:r>
            <a:endParaRPr lang="en-US" sz="1152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200400"/>
            <a:ext cx="219456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五项质量指标</a:t>
            </a:r>
            <a:endParaRPr lang="en-US" sz="115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66928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029968"/>
            <a:ext cx="9326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20624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质量项1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420624" y="3749040"/>
            <a:ext cx="13716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检查1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2194560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67712" y="2029968"/>
            <a:ext cx="9326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52" dirty="0"/>
          </a:p>
        </p:txBody>
      </p:sp>
      <p:sp>
        <p:nvSpPr>
          <p:cNvPr id="11" name="Text 7"/>
          <p:cNvSpPr/>
          <p:nvPr/>
        </p:nvSpPr>
        <p:spPr>
          <a:xfrm>
            <a:off x="2048256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质量项2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2048256" y="3749040"/>
            <a:ext cx="13716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检查2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3822192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895344" y="2029968"/>
            <a:ext cx="9326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52" dirty="0"/>
          </a:p>
        </p:txBody>
      </p:sp>
      <p:sp>
        <p:nvSpPr>
          <p:cNvPr id="15" name="Text 11"/>
          <p:cNvSpPr/>
          <p:nvPr/>
        </p:nvSpPr>
        <p:spPr>
          <a:xfrm>
            <a:off x="3675888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质量项3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675888" y="3749040"/>
            <a:ext cx="13716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检查3</a:t>
            </a:r>
            <a:endParaRPr lang="en-US" sz="1152" dirty="0"/>
          </a:p>
        </p:txBody>
      </p:sp>
      <p:sp>
        <p:nvSpPr>
          <p:cNvPr id="17" name="Shape 13"/>
          <p:cNvSpPr/>
          <p:nvPr/>
        </p:nvSpPr>
        <p:spPr>
          <a:xfrm>
            <a:off x="5449824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22976" y="2029968"/>
            <a:ext cx="9326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530352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质量项4</a:t>
            </a:r>
            <a:endParaRPr lang="en-US" sz="1152" dirty="0"/>
          </a:p>
        </p:txBody>
      </p:sp>
      <p:sp>
        <p:nvSpPr>
          <p:cNvPr id="20" name="Text 16"/>
          <p:cNvSpPr/>
          <p:nvPr/>
        </p:nvSpPr>
        <p:spPr>
          <a:xfrm>
            <a:off x="5303520" y="3749040"/>
            <a:ext cx="13716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检查4</a:t>
            </a:r>
            <a:endParaRPr lang="en-US" sz="1152" dirty="0"/>
          </a:p>
        </p:txBody>
      </p:sp>
      <p:sp>
        <p:nvSpPr>
          <p:cNvPr id="21" name="Shape 17"/>
          <p:cNvSpPr/>
          <p:nvPr/>
        </p:nvSpPr>
        <p:spPr>
          <a:xfrm>
            <a:off x="7077456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150608" y="2029968"/>
            <a:ext cx="9326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6931152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质量项5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6931152" y="3749040"/>
            <a:ext cx="13716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检查5</a:t>
            </a:r>
            <a:endParaRPr lang="en-US" sz="1152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200400"/>
            <a:ext cx="219456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492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48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模板应用示例</a:t>
            </a:r>
            <a:endParaRPr lang="en-US" sz="115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5487" r="5487" t="0" b="0"/>
          <a:stretch/>
        </p:blipFill>
        <p:spPr>
          <a:xfrm>
            <a:off x="658368" y="1508760"/>
            <a:ext cx="3931920" cy="2944368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1325880"/>
            <a:ext cx="4261104" cy="32004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166360" y="1874520"/>
            <a:ext cx="320040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统一图片协议</a:t>
            </a:r>
            <a:endParaRPr lang="en-US" sz="1152" dirty="0"/>
          </a:p>
        </p:txBody>
      </p:sp>
      <p:sp>
        <p:nvSpPr>
          <p:cNvPr id="8" name="Shape 2"/>
          <p:cNvSpPr/>
          <p:nvPr/>
        </p:nvSpPr>
        <p:spPr>
          <a:xfrm>
            <a:off x="5166360" y="2615184"/>
            <a:ext cx="1097280" cy="0"/>
          </a:xfrm>
          <a:custGeom>
            <a:avLst/>
            <a:gdLst/>
            <a:ahLst/>
            <a:cxnLst/>
            <a:rect l="l" t="t" r="r" b="b"/>
            <a:pathLst>
              <a:path w="1097280" h="0">
                <a:moveTo>
                  <a:pt x="0" y="0"/>
                </a:moveTo>
                <a:lnTo>
                  <a:pt x="1097280" y="0"/>
                </a:lnTo>
              </a:path>
            </a:pathLst>
          </a:custGeom>
          <a:noFill/>
          <a:ln w="18288">
            <a:solidFill>
              <a:srgbClr val="00DCEB"/>
            </a:solidFill>
            <a:prstDash val="solid"/>
            <a:headEnd type="none"/>
            <a:tailEnd type="none"/>
          </a:ln>
        </p:spPr>
      </p:sp>
      <p:sp>
        <p:nvSpPr>
          <p:cNvPr id="9" name="Text 3"/>
          <p:cNvSpPr/>
          <p:nvPr/>
        </p:nvSpPr>
        <p:spPr>
          <a:xfrm>
            <a:off x="5166360" y="2907792"/>
            <a:ext cx="3200400" cy="4160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横竖方图保持裁切与装饰隔离。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63240"/>
            <a:ext cx="7863840" cy="2057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" y="640080"/>
            <a:ext cx="5669280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896112" y="1417320"/>
            <a:ext cx="4846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A8BB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候选模板技术验收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960120" y="2148840"/>
            <a:ext cx="493776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1554480" y="2121408"/>
            <a:ext cx="39319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确认候选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960120" y="2788920"/>
            <a:ext cx="493776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00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1554480" y="2761488"/>
            <a:ext cx="39319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F4F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进入后续交付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2026-09-16T12:34:35Z</dcterms:created>
  <dcterms:modified xsi:type="dcterms:W3CDTF">2026-09-16T12:34:35Z</dcterms:modified>
</cp:coreProperties>
</file>