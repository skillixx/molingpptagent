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image" Target="../media/image-17-4.jpeg"/><Relationship Id="rId5" Type="http://schemas.openxmlformats.org/officeDocument/2006/relationships/image" Target="../media/image-17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91440"/>
            <a:ext cx="4663440" cy="46634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09060"/>
            <a:ext cx="3291840" cy="12344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960" y="1847088"/>
            <a:ext cx="749808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蓝紫光斑·唯美清新</a:t>
            </a:r>
            <a:endParaRPr lang="en-US" sz="1152" dirty="0"/>
          </a:p>
        </p:txBody>
      </p:sp>
      <p:sp>
        <p:nvSpPr>
          <p:cNvPr id="6" name="Text 1"/>
          <p:cNvSpPr/>
          <p:nvPr/>
        </p:nvSpPr>
        <p:spPr>
          <a:xfrm>
            <a:off x="1554480" y="3246120"/>
            <a:ext cx="603504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项目介绍与阶段成果汇报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096" y="320040"/>
            <a:ext cx="1024128" cy="10241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09060"/>
            <a:ext cx="3291840" cy="12344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960" y="1591056"/>
            <a:ext cx="7498080" cy="12801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面向未来业务持续发展与团队协作的项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目建设目标实施路径及阶段成果汇报</a:t>
            </a:r>
            <a:endParaRPr lang="en-US" sz="1152" dirty="0"/>
          </a:p>
        </p:txBody>
      </p:sp>
      <p:sp>
        <p:nvSpPr>
          <p:cNvPr id="6" name="Text 1"/>
          <p:cNvSpPr/>
          <p:nvPr/>
        </p:nvSpPr>
        <p:spPr>
          <a:xfrm>
            <a:off x="1554480" y="3310128"/>
            <a:ext cx="603504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项目介绍与阶段成果汇报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779776" y="166649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79776" y="173050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401568" y="1611630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401568" y="2471166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779776" y="265404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79776" y="2718054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401568" y="2599182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3401568" y="3458718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779776" y="117271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79776" y="123672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401568" y="1117854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401568" y="1977390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779776" y="2160270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79776" y="2224278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401568" y="2105406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3401568" y="2964942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779776" y="314782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79776" y="321183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401568" y="3092958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401568" y="3952494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779776" y="67894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79776" y="74295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401568" y="624078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401568" y="1483614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779776" y="166649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79776" y="173050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401568" y="1611630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3401568" y="2471166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779776" y="265404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79776" y="2718054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401568" y="2599182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401568" y="3458718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2779776" y="364159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79776" y="370560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3401568" y="3586734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3401568" y="4446270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569464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9464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191256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191256" y="1689354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614416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14416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6236208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6236208" y="1689354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569464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9464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191256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191256" y="2868930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5614416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14416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6236208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6236208" y="2868930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2569464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69464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3191256" y="3188970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阶段成果</a:t>
            </a:r>
            <a:endParaRPr lang="en-US" sz="1152" dirty="0"/>
          </a:p>
        </p:txBody>
      </p:sp>
      <p:sp>
        <p:nvSpPr>
          <p:cNvPr id="24" name="Shape 21"/>
          <p:cNvSpPr/>
          <p:nvPr/>
        </p:nvSpPr>
        <p:spPr>
          <a:xfrm>
            <a:off x="3191256" y="4048506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569464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9464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191256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191256" y="1689354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614416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14416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6236208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6236208" y="1689354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569464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9464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191256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191256" y="2868930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5614416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14416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6236208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6236208" y="2868930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2569464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69464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3191256" y="3188970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阶段成果</a:t>
            </a:r>
            <a:endParaRPr lang="en-US" sz="1152" dirty="0"/>
          </a:p>
        </p:txBody>
      </p:sp>
      <p:sp>
        <p:nvSpPr>
          <p:cNvPr id="24" name="Shape 21"/>
          <p:cNvSpPr/>
          <p:nvPr/>
        </p:nvSpPr>
        <p:spPr>
          <a:xfrm>
            <a:off x="3191256" y="4048506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5614416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14416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52" dirty="0"/>
          </a:p>
        </p:txBody>
      </p:sp>
      <p:sp>
        <p:nvSpPr>
          <p:cNvPr id="27" name="Text 24"/>
          <p:cNvSpPr/>
          <p:nvPr/>
        </p:nvSpPr>
        <p:spPr>
          <a:xfrm>
            <a:off x="6236208" y="3188970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下一步计划</a:t>
            </a:r>
            <a:endParaRPr lang="en-US" sz="1152" dirty="0"/>
          </a:p>
        </p:txBody>
      </p:sp>
      <p:sp>
        <p:nvSpPr>
          <p:cNvPr id="28" name="Shape 25"/>
          <p:cNvSpPr/>
          <p:nvPr/>
        </p:nvSpPr>
        <p:spPr>
          <a:xfrm>
            <a:off x="6236208" y="4048506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298448"/>
            <a:ext cx="2761488" cy="2761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79576" y="2185416"/>
            <a:ext cx="1335024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46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3712464" y="1508760"/>
            <a:ext cx="4809744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让灵感成为行动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3712464" y="2990088"/>
            <a:ext cx="4809744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从共同目标出发，将想法落实为清晰的行动与可检查的成果。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731520" y="1463040"/>
            <a:ext cx="7680960" cy="3108960"/>
          </a:xfrm>
          <a:custGeom>
            <a:avLst/>
            <a:gdLst/>
            <a:ahLst/>
            <a:cxnLst/>
            <a:rect l="l" t="t" r="r" b="b"/>
            <a:pathLst>
              <a:path w="7680960" h="3108960">
                <a:moveTo>
                  <a:pt x="0" y="0"/>
                </a:moveTo>
                <a:lnTo>
                  <a:pt x="7680960" y="0"/>
                </a:lnTo>
                <a:lnTo>
                  <a:pt x="768096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1664208"/>
            <a:ext cx="7278624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932688" y="2322576"/>
            <a:ext cx="7278624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426464"/>
            <a:ext cx="3877056" cy="3108960"/>
          </a:xfrm>
          <a:custGeom>
            <a:avLst/>
            <a:gdLst/>
            <a:ahLst/>
            <a:cxnLst/>
            <a:rect l="l" t="t" r="r" b="b"/>
            <a:pathLst>
              <a:path w="3877056" h="3108960">
                <a:moveTo>
                  <a:pt x="0" y="0"/>
                </a:moveTo>
                <a:lnTo>
                  <a:pt x="3877056" y="0"/>
                </a:lnTo>
                <a:lnTo>
                  <a:pt x="3877056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627632"/>
            <a:ext cx="347472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13232" y="2286000"/>
            <a:ext cx="347472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754880" y="1426464"/>
            <a:ext cx="3877056" cy="3108960"/>
          </a:xfrm>
          <a:custGeom>
            <a:avLst/>
            <a:gdLst/>
            <a:ahLst/>
            <a:cxnLst/>
            <a:rect l="l" t="t" r="r" b="b"/>
            <a:pathLst>
              <a:path w="3877056" h="3108960">
                <a:moveTo>
                  <a:pt x="0" y="0"/>
                </a:moveTo>
                <a:lnTo>
                  <a:pt x="3877056" y="0"/>
                </a:lnTo>
                <a:lnTo>
                  <a:pt x="3877056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56048" y="1627632"/>
            <a:ext cx="347472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956048" y="2286000"/>
            <a:ext cx="347472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444752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645920"/>
            <a:ext cx="2157984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13232" y="2304288"/>
            <a:ext cx="2157984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291840" y="1444752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93008" y="1645920"/>
            <a:ext cx="2157984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493008" y="2304288"/>
            <a:ext cx="2157984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6071616" y="1444752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72784" y="1645920"/>
            <a:ext cx="2157984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272784" y="2304288"/>
            <a:ext cx="2157984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316736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1426464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694944" y="1975104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754880" y="1316736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426464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937760" y="1975104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12064" y="3044952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3154680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94944" y="3703320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4754880" y="3044952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3154680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验证实际成果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4937760" y="3703320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结合真实使用场景检查成果，保留有效证据并修正问题。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9368" r="9368" t="0" b="0"/>
          <a:stretch/>
        </p:blipFill>
        <p:spPr>
          <a:xfrm>
            <a:off x="512064" y="1362456"/>
            <a:ext cx="3694176" cy="3182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45152" y="1591056"/>
            <a:ext cx="3986784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4645152" y="2423160"/>
            <a:ext cx="3986784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9368" r="9368" t="0" b="0"/>
          <a:stretch/>
        </p:blipFill>
        <p:spPr>
          <a:xfrm>
            <a:off x="4937760" y="1362456"/>
            <a:ext cx="3694176" cy="3182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1591056"/>
            <a:ext cx="3986784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2423160"/>
            <a:ext cx="3986784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05" b="16105"/>
          <a:stretch/>
        </p:blipFill>
        <p:spPr>
          <a:xfrm>
            <a:off x="512064" y="1353312"/>
            <a:ext cx="3950208" cy="1874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3364992"/>
            <a:ext cx="39502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931920"/>
            <a:ext cx="3950208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33391" b="33391"/>
          <a:stretch/>
        </p:blipFill>
        <p:spPr>
          <a:xfrm>
            <a:off x="4681728" y="1353312"/>
            <a:ext cx="3950208" cy="1874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81728" y="3364992"/>
            <a:ext cx="39502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共享空间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4681728" y="3931920"/>
            <a:ext cx="395020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开放而有秩序的空间，让讨论与专注都能找到合适的位置。</a:t>
            </a:r>
            <a:endParaRPr lang="en-US" sz="115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3827" b="3827"/>
          <a:stretch/>
        </p:blipFill>
        <p:spPr>
          <a:xfrm>
            <a:off x="512064" y="1353312"/>
            <a:ext cx="2560320" cy="16550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712464"/>
            <a:ext cx="25603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27375" b="27375"/>
          <a:stretch/>
        </p:blipFill>
        <p:spPr>
          <a:xfrm>
            <a:off x="3291840" y="1353312"/>
            <a:ext cx="2560320" cy="1655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91840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共享空间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3291840" y="3712464"/>
            <a:ext cx="25603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开放而有秩序的空间，让讨论与专注都能找到合适的位置。</a:t>
            </a:r>
            <a:endParaRPr lang="en-US" sz="115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17679" b="17679"/>
          <a:stretch/>
        </p:blipFill>
        <p:spPr>
          <a:xfrm>
            <a:off x="6071616" y="1353312"/>
            <a:ext cx="2560320" cy="165506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71616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舒适材料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6071616" y="3712464"/>
            <a:ext cx="25603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木质材料与柔和织物，形成温暖而平静的日常体验。</a:t>
            </a:r>
            <a:endParaRPr lang="en-US" sz="115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3026" r="3026" t="0" b="0"/>
          <a:stretch/>
        </p:blipFill>
        <p:spPr>
          <a:xfrm>
            <a:off x="512064" y="1353312"/>
            <a:ext cx="1865376" cy="13898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23922" b="23922"/>
          <a:stretch/>
        </p:blipFill>
        <p:spPr>
          <a:xfrm>
            <a:off x="2596896" y="1353312"/>
            <a:ext cx="1865376" cy="13898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96896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共享空间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2596896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开放而有秩序的空间，让讨论与专注都能找到合适的位置。</a:t>
            </a:r>
            <a:endParaRPr lang="en-US" sz="115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12745" b="12745"/>
          <a:stretch/>
        </p:blipFill>
        <p:spPr>
          <a:xfrm>
            <a:off x="4681728" y="1353312"/>
            <a:ext cx="1865376" cy="13898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81728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舒适材料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4681728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木质材料与柔和织物，形成温暖而平静的日常体验。</a:t>
            </a:r>
            <a:endParaRPr lang="en-US" sz="115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16447" r="16447" t="0" b="0"/>
          <a:stretch/>
        </p:blipFill>
        <p:spPr>
          <a:xfrm>
            <a:off x="6766560" y="1353312"/>
            <a:ext cx="1865376" cy="13898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66560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细节体验</a:t>
            </a:r>
            <a:endParaRPr lang="en-US" sz="1152" dirty="0"/>
          </a:p>
        </p:txBody>
      </p:sp>
      <p:sp>
        <p:nvSpPr>
          <p:cNvPr id="16" name="Text 9"/>
          <p:cNvSpPr/>
          <p:nvPr/>
        </p:nvSpPr>
        <p:spPr>
          <a:xfrm>
            <a:off x="6766560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从座位、动线和交流距离入手，让空间真正服务于人。</a:t>
            </a:r>
            <a:endParaRPr lang="en-US" sz="115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从目标走向成果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719072" y="1920240"/>
            <a:ext cx="14630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069848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33856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512064" y="2551176"/>
            <a:ext cx="17556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512064" y="3191256"/>
            <a:ext cx="1755648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3840480" y="1920240"/>
            <a:ext cx="14630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3191256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55264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2633472" y="2551176"/>
            <a:ext cx="17556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2633472" y="3191256"/>
            <a:ext cx="1755648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5961888" y="1920240"/>
            <a:ext cx="14630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5312664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76672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4754880" y="2551176"/>
            <a:ext cx="17556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4754880" y="3191256"/>
            <a:ext cx="1755648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7434072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0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2" name="Text 19"/>
          <p:cNvSpPr/>
          <p:nvPr/>
        </p:nvSpPr>
        <p:spPr>
          <a:xfrm>
            <a:off x="6876288" y="2551176"/>
            <a:ext cx="17556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验证实际成果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6876288" y="3191256"/>
            <a:ext cx="1755648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结合真实使用场景检查成果，保留有效证据并修正问题。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让每个阶段都有明确方向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572768" y="1920240"/>
            <a:ext cx="10058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23544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512064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第1周·调研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512064" y="3191256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确认需求与边界。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3236976" y="1920240"/>
            <a:ext cx="10058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2587752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1760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2176272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第2周·设计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2176272" y="3191256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形成方案与样例。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4901184" y="1920240"/>
            <a:ext cx="10058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4251960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15968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3840480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第3周·实施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3840480" y="3191256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完成约定的建设。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6565392" y="1920240"/>
            <a:ext cx="10058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5916168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0176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5504688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第4周·验证</a:t>
            </a:r>
            <a:endParaRPr lang="en-US" sz="1152" dirty="0"/>
          </a:p>
        </p:txBody>
      </p:sp>
      <p:sp>
        <p:nvSpPr>
          <p:cNvPr id="24" name="Text 21"/>
          <p:cNvSpPr/>
          <p:nvPr/>
        </p:nvSpPr>
        <p:spPr>
          <a:xfrm>
            <a:off x="5504688" y="3191256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检查结果并修正。</a:t>
            </a:r>
            <a:endParaRPr lang="en-US" sz="1152" dirty="0"/>
          </a:p>
        </p:txBody>
      </p:sp>
      <p:sp>
        <p:nvSpPr>
          <p:cNvPr id="25" name="Shape 22"/>
          <p:cNvSpPr/>
          <p:nvPr/>
        </p:nvSpPr>
        <p:spPr>
          <a:xfrm>
            <a:off x="7580376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44384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7" name="Text 24"/>
          <p:cNvSpPr/>
          <p:nvPr/>
        </p:nvSpPr>
        <p:spPr>
          <a:xfrm>
            <a:off x="7168896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第5周·交付</a:t>
            </a:r>
            <a:endParaRPr lang="en-US" sz="1152" dirty="0"/>
          </a:p>
        </p:txBody>
      </p:sp>
      <p:sp>
        <p:nvSpPr>
          <p:cNvPr id="28" name="Text 25"/>
          <p:cNvSpPr/>
          <p:nvPr/>
        </p:nvSpPr>
        <p:spPr>
          <a:xfrm>
            <a:off x="7168896" y="3191256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整理材料与说明。</a:t>
            </a:r>
            <a:endParaRPr lang="en-US" sz="115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用数字记录每一份进展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344168"/>
            <a:ext cx="3877056" cy="1517904"/>
          </a:xfrm>
          <a:custGeom>
            <a:avLst/>
            <a:gdLst/>
            <a:ahLst/>
            <a:cxnLst/>
            <a:rect l="l" t="t" r="r" b="b"/>
            <a:pathLst>
              <a:path w="3877056" h="1517904">
                <a:moveTo>
                  <a:pt x="0" y="0"/>
                </a:moveTo>
                <a:lnTo>
                  <a:pt x="3877056" y="0"/>
                </a:lnTo>
                <a:lnTo>
                  <a:pt x="3877056" y="1517904"/>
                </a:lnTo>
                <a:lnTo>
                  <a:pt x="0" y="1517904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4088" y="1527048"/>
            <a:ext cx="114300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109728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2002536" y="1517904"/>
            <a:ext cx="21671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2002536" y="2020824"/>
            <a:ext cx="216712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固定演示数据，用于验证独立数值与单位。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4754880" y="1344168"/>
            <a:ext cx="3877056" cy="1517904"/>
          </a:xfrm>
          <a:custGeom>
            <a:avLst/>
            <a:gdLst/>
            <a:ahLst/>
            <a:cxnLst/>
            <a:rect l="l" t="t" r="r" b="b"/>
            <a:pathLst>
              <a:path w="3877056" h="1517904">
                <a:moveTo>
                  <a:pt x="0" y="0"/>
                </a:moveTo>
                <a:lnTo>
                  <a:pt x="3877056" y="0"/>
                </a:lnTo>
                <a:lnTo>
                  <a:pt x="3877056" y="1517904"/>
                </a:lnTo>
                <a:lnTo>
                  <a:pt x="0" y="1517904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46904" y="1527048"/>
            <a:ext cx="114300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4974336" y="2240280"/>
            <a:ext cx="109728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245352" y="1517904"/>
            <a:ext cx="21671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协作场景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6245352" y="2020824"/>
            <a:ext cx="216712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覆盖讨论、展示与安静工作的不同需要。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512064" y="3035808"/>
            <a:ext cx="3877056" cy="1517904"/>
          </a:xfrm>
          <a:custGeom>
            <a:avLst/>
            <a:gdLst/>
            <a:ahLst/>
            <a:cxnLst/>
            <a:rect l="l" t="t" r="r" b="b"/>
            <a:pathLst>
              <a:path w="3877056" h="1517904">
                <a:moveTo>
                  <a:pt x="0" y="0"/>
                </a:moveTo>
                <a:lnTo>
                  <a:pt x="3877056" y="0"/>
                </a:lnTo>
                <a:lnTo>
                  <a:pt x="3877056" y="1517904"/>
                </a:lnTo>
                <a:lnTo>
                  <a:pt x="0" y="1517904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" y="3218688"/>
            <a:ext cx="114300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731520" y="3931920"/>
            <a:ext cx="109728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2002536" y="3209544"/>
            <a:ext cx="21671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实施周期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2002536" y="3712464"/>
            <a:ext cx="2167128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根据项目安排推进每个阶段。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4754880" y="3035808"/>
            <a:ext cx="3877056" cy="1517904"/>
          </a:xfrm>
          <a:custGeom>
            <a:avLst/>
            <a:gdLst/>
            <a:ahLst/>
            <a:cxnLst/>
            <a:rect l="l" t="t" r="r" b="b"/>
            <a:pathLst>
              <a:path w="3877056" h="1517904">
                <a:moveTo>
                  <a:pt x="0" y="0"/>
                </a:moveTo>
                <a:lnTo>
                  <a:pt x="3877056" y="0"/>
                </a:lnTo>
                <a:lnTo>
                  <a:pt x="3877056" y="1517904"/>
                </a:lnTo>
                <a:lnTo>
                  <a:pt x="0" y="1517904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46904" y="3218688"/>
            <a:ext cx="114300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152" dirty="0"/>
          </a:p>
        </p:txBody>
      </p:sp>
      <p:sp>
        <p:nvSpPr>
          <p:cNvPr id="22" name="Text 19"/>
          <p:cNvSpPr/>
          <p:nvPr/>
        </p:nvSpPr>
        <p:spPr>
          <a:xfrm>
            <a:off x="4974336" y="3931920"/>
            <a:ext cx="109728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6245352" y="3209544"/>
            <a:ext cx="21671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检查覆盖</a:t>
            </a:r>
            <a:endParaRPr lang="en-US" sz="1152" dirty="0"/>
          </a:p>
        </p:txBody>
      </p:sp>
      <p:sp>
        <p:nvSpPr>
          <p:cNvPr id="24" name="Text 21"/>
          <p:cNvSpPr/>
          <p:nvPr/>
        </p:nvSpPr>
        <p:spPr>
          <a:xfrm>
            <a:off x="6245352" y="3712464"/>
            <a:ext cx="216712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为交付结果提供清晰的检查依据。</a:t>
            </a:r>
            <a:endParaRPr lang="en-US" sz="1152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62172"/>
            <a:ext cx="3950208" cy="14813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1810512"/>
            <a:ext cx="658368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感谢您的关注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1645920" y="3163824"/>
            <a:ext cx="585216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期待下一次共同创造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2026-09-22T11:10:39Z</dcterms:created>
  <dcterms:modified xsi:type="dcterms:W3CDTF">2026-09-22T11:10:39Z</dcterms:modified>
</cp:coreProperties>
</file>