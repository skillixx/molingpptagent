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1371600"/>
            <a:ext cx="5852160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桃夭墨韵编辑验证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105156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探针编辑与导出验证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75488"/>
            <a:ext cx="6400800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普通图文验证</a:t>
            </a:r>
            <a:endParaRPr lang="en-US" sz="1152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11513" r="11513" t="0" b="0"/>
          <a:stretch/>
        </p:blipFill>
        <p:spPr>
          <a:xfrm>
            <a:off x="731520" y="1417320"/>
            <a:ext cx="3566160" cy="26060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00600" y="1783080"/>
            <a:ext cx="3474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完整标题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480060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普通图文正文必须完整保留。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75488"/>
            <a:ext cx="640080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圆形图片验证</a:t>
            </a:r>
            <a:endParaRPr lang="en-US" sz="1152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1875" b="21875"/>
          <a:stretch/>
        </p:blipFill>
        <p:spPr>
          <a:xfrm>
            <a:off x="731520" y="1417320"/>
            <a:ext cx="2606040" cy="2606040"/>
          </a:xfrm>
          <a:prstGeom prst="ellipse">
            <a:avLst/>
          </a:prstGeom>
        </p:spPr>
      </p:pic>
      <p:sp>
        <p:nvSpPr>
          <p:cNvPr id="6" name="Text 1"/>
          <p:cNvSpPr/>
          <p:nvPr/>
        </p:nvSpPr>
        <p:spPr>
          <a:xfrm>
            <a:off x="3977640" y="1783080"/>
            <a:ext cx="39319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圆形内容图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3977640" y="2606040"/>
            <a:ext cx="393192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圆形换图和往返后仍需保持裁切。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2026-09-15T11:59:17Z</dcterms:created>
  <dcterms:modified xsi:type="dcterms:W3CDTF">2026-09-15T11:59:17Z</dcterms:modified>
</cp:coreProperties>
</file>