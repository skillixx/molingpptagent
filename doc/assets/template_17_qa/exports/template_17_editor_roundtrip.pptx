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jpeg"/><Relationship Id="rId5" Type="http://schemas.openxmlformats.org/officeDocument/2006/relationships/image" Target="../media/image-1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4617720" y="1371600"/>
            <a:ext cx="3749040" cy="1554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600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蓝菱商务汇报已编辑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4663440" y="2889504"/>
            <a:ext cx="356616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蓝菱商务汇报演示模板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1097280" y="2615184"/>
            <a:ext cx="2148840" cy="0"/>
          </a:xfrm>
          <a:custGeom>
            <a:avLst/>
            <a:gdLst/>
            <a:ahLst/>
            <a:cxnLst/>
            <a:rect l="l" t="t" r="r" b="b"/>
            <a:pathLst>
              <a:path w="2148840" h="0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46120" cy="324612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>
            <a:off x="5715000" y="1353312"/>
            <a:ext cx="2606040" cy="2240280"/>
          </a:xfrm>
          <a:custGeom>
            <a:avLst/>
            <a:gdLst/>
            <a:ahLst/>
            <a:cxnLst/>
            <a:rect l="l" t="t" r="r" b="b"/>
            <a:pathLst>
              <a:path w="2606040" h="2240280">
                <a:moveTo>
                  <a:pt x="0" y="0"/>
                </a:moveTo>
                <a:lnTo>
                  <a:pt x="2606040" y="0"/>
                </a:lnTo>
                <a:lnTo>
                  <a:pt x="2606040" y="2240280"/>
                </a:lnTo>
                <a:lnTo>
                  <a:pt x="0" y="2240280"/>
                </a:lnTo>
                <a:close/>
              </a:path>
            </a:pathLst>
          </a:custGeom>
          <a:solidFill>
            <a:srgbClr val="4B5158"/>
          </a:solidFill>
          <a:ln w="18288">
            <a:solidFill>
              <a:srgbClr val="0877C9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508760"/>
            <a:ext cx="2295144" cy="19293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04672" y="1600200"/>
            <a:ext cx="4800600" cy="9601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600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用视觉推动关键决策</a:t>
            </a:r>
            <a:endParaRPr lang="en-US" sz="1152" dirty="0"/>
          </a:p>
        </p:txBody>
      </p:sp>
      <p:sp>
        <p:nvSpPr>
          <p:cNvPr id="10" name="Text 4"/>
          <p:cNvSpPr/>
          <p:nvPr/>
        </p:nvSpPr>
        <p:spPr>
          <a:xfrm>
            <a:off x="841248" y="2788920"/>
            <a:ext cx="3931920" cy="7863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结构清楚，重点自然浮现</a:t>
            </a:r>
            <a:endParaRPr lang="en-US" sz="1152" dirty="0"/>
          </a:p>
        </p:txBody>
      </p:sp>
      <p:sp>
        <p:nvSpPr>
          <p:cNvPr id="11" name="Shape 5"/>
          <p:cNvSpPr/>
          <p:nvPr/>
        </p:nvSpPr>
        <p:spPr>
          <a:xfrm>
            <a:off x="841248" y="2633472"/>
            <a:ext cx="1737360" cy="0"/>
          </a:xfrm>
          <a:custGeom>
            <a:avLst/>
            <a:gdLst/>
            <a:ahLst/>
            <a:cxnLst/>
            <a:rect l="l" t="t" r="r" b="b"/>
            <a:pathLst>
              <a:path w="1737360" h="0">
                <a:moveTo>
                  <a:pt x="0" y="0"/>
                </a:moveTo>
                <a:lnTo>
                  <a:pt x="1737360" y="0"/>
                </a:lnTo>
              </a:path>
            </a:pathLst>
          </a:custGeom>
          <a:noFill/>
          <a:ln w="27432">
            <a:solidFill>
              <a:srgbClr val="34A7C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2240280" y="1993392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368296" y="2093976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2368296" y="2121408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2926080" y="2075688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2240280" y="2834640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368296" y="293522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2368296" y="2962656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926080" y="2916936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2240280" y="1572768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368296" y="167335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2368296" y="170078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2926080" y="1655064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2240280" y="2414016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368296" y="251460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2368296" y="254203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926080" y="2496312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2240280" y="3255264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368296" y="335584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2368296" y="3383280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2926080" y="3337560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1325880" y="1554480"/>
            <a:ext cx="3017520" cy="786384"/>
          </a:xfrm>
          <a:custGeom>
            <a:avLst/>
            <a:gdLst/>
            <a:ahLst/>
            <a:cxnLst/>
            <a:rect l="l" t="t" r="r" b="b"/>
            <a:pathLst>
              <a:path w="3017520" h="786384">
                <a:moveTo>
                  <a:pt x="0" y="0"/>
                </a:moveTo>
                <a:lnTo>
                  <a:pt x="3017520" y="0"/>
                </a:lnTo>
                <a:lnTo>
                  <a:pt x="301752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453896" y="173736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1453896" y="176479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2011680" y="1719072"/>
            <a:ext cx="22128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800600" y="1554480"/>
            <a:ext cx="3017520" cy="786384"/>
          </a:xfrm>
          <a:custGeom>
            <a:avLst/>
            <a:gdLst/>
            <a:ahLst/>
            <a:cxnLst/>
            <a:rect l="l" t="t" r="r" b="b"/>
            <a:pathLst>
              <a:path w="3017520" h="786384">
                <a:moveTo>
                  <a:pt x="0" y="0"/>
                </a:moveTo>
                <a:lnTo>
                  <a:pt x="3017520" y="0"/>
                </a:lnTo>
                <a:lnTo>
                  <a:pt x="301752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928616" y="173736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4928616" y="176479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5486400" y="1719072"/>
            <a:ext cx="22128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1325880" y="2606040"/>
            <a:ext cx="3017520" cy="786384"/>
          </a:xfrm>
          <a:custGeom>
            <a:avLst/>
            <a:gdLst/>
            <a:ahLst/>
            <a:cxnLst/>
            <a:rect l="l" t="t" r="r" b="b"/>
            <a:pathLst>
              <a:path w="3017520" h="786384">
                <a:moveTo>
                  <a:pt x="0" y="0"/>
                </a:moveTo>
                <a:lnTo>
                  <a:pt x="3017520" y="0"/>
                </a:lnTo>
                <a:lnTo>
                  <a:pt x="301752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453896" y="278892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1453896" y="281635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2011680" y="2770632"/>
            <a:ext cx="22128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4" name="Shape 19"/>
          <p:cNvSpPr/>
          <p:nvPr/>
        </p:nvSpPr>
        <p:spPr>
          <a:xfrm>
            <a:off x="4800600" y="2606040"/>
            <a:ext cx="3017520" cy="786384"/>
          </a:xfrm>
          <a:custGeom>
            <a:avLst/>
            <a:gdLst/>
            <a:ahLst/>
            <a:cxnLst/>
            <a:rect l="l" t="t" r="r" b="b"/>
            <a:pathLst>
              <a:path w="3017520" h="786384">
                <a:moveTo>
                  <a:pt x="0" y="0"/>
                </a:moveTo>
                <a:lnTo>
                  <a:pt x="3017520" y="0"/>
                </a:lnTo>
                <a:lnTo>
                  <a:pt x="301752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28616" y="278892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1"/>
          <p:cNvSpPr/>
          <p:nvPr/>
        </p:nvSpPr>
        <p:spPr>
          <a:xfrm>
            <a:off x="4928616" y="281635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2"/>
          <p:cNvSpPr/>
          <p:nvPr/>
        </p:nvSpPr>
        <p:spPr>
          <a:xfrm>
            <a:off x="5486400" y="2770632"/>
            <a:ext cx="22128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1645920" y="1371600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773936" y="143560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1773936" y="1463040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2331720" y="1417320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1645920" y="2029968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773936" y="2093976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1773936" y="2121408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331720" y="2075688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1645920" y="2688336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773936" y="275234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1773936" y="2779776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2331720" y="2734056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4" name="Shape 19"/>
          <p:cNvSpPr/>
          <p:nvPr/>
        </p:nvSpPr>
        <p:spPr>
          <a:xfrm>
            <a:off x="1645920" y="3346704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73936" y="341071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1"/>
          <p:cNvSpPr/>
          <p:nvPr/>
        </p:nvSpPr>
        <p:spPr>
          <a:xfrm>
            <a:off x="1773936" y="343814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2"/>
          <p:cNvSpPr/>
          <p:nvPr/>
        </p:nvSpPr>
        <p:spPr>
          <a:xfrm>
            <a:off x="2331720" y="3392424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8" name="Shape 23"/>
          <p:cNvSpPr/>
          <p:nvPr/>
        </p:nvSpPr>
        <p:spPr>
          <a:xfrm>
            <a:off x="1645920" y="4005072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773936" y="406908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0" name="Text 25"/>
          <p:cNvSpPr/>
          <p:nvPr/>
        </p:nvSpPr>
        <p:spPr>
          <a:xfrm>
            <a:off x="1773936" y="409651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31" name="Text 26"/>
          <p:cNvSpPr/>
          <p:nvPr/>
        </p:nvSpPr>
        <p:spPr>
          <a:xfrm>
            <a:off x="2331720" y="4050792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960120" y="1417320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88136" y="160020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1088136" y="162763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1645920" y="1581912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800600" y="1417320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928616" y="160020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4928616" y="162763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5486400" y="1581912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960120" y="2404872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88136" y="258775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1088136" y="261518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1645920" y="2569464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4" name="Shape 19"/>
          <p:cNvSpPr/>
          <p:nvPr/>
        </p:nvSpPr>
        <p:spPr>
          <a:xfrm>
            <a:off x="4800600" y="2404872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28616" y="258775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1"/>
          <p:cNvSpPr/>
          <p:nvPr/>
        </p:nvSpPr>
        <p:spPr>
          <a:xfrm>
            <a:off x="4928616" y="261518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2"/>
          <p:cNvSpPr/>
          <p:nvPr/>
        </p:nvSpPr>
        <p:spPr>
          <a:xfrm>
            <a:off x="5486400" y="2569464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8" name="Shape 23"/>
          <p:cNvSpPr/>
          <p:nvPr/>
        </p:nvSpPr>
        <p:spPr>
          <a:xfrm>
            <a:off x="960120" y="3392424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88136" y="357530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0" name="Text 25"/>
          <p:cNvSpPr/>
          <p:nvPr/>
        </p:nvSpPr>
        <p:spPr>
          <a:xfrm>
            <a:off x="1088136" y="3602736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31" name="Text 26"/>
          <p:cNvSpPr/>
          <p:nvPr/>
        </p:nvSpPr>
        <p:spPr>
          <a:xfrm>
            <a:off x="1645920" y="3557016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32" name="Shape 27"/>
          <p:cNvSpPr/>
          <p:nvPr/>
        </p:nvSpPr>
        <p:spPr>
          <a:xfrm>
            <a:off x="4800600" y="3392424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928616" y="357530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4" name="Text 29"/>
          <p:cNvSpPr/>
          <p:nvPr/>
        </p:nvSpPr>
        <p:spPr>
          <a:xfrm>
            <a:off x="4928616" y="3602736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35" name="Text 30"/>
          <p:cNvSpPr/>
          <p:nvPr/>
        </p:nvSpPr>
        <p:spPr>
          <a:xfrm>
            <a:off x="5486400" y="3557016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731520" y="13258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59536" y="13990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859536" y="14264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1417320" y="13807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937760" y="13258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65776" y="13990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5065776" y="14264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5623560" y="13807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731520" y="20116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9536" y="20848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859536" y="21122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1417320" y="20665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4" name="Shape 19"/>
          <p:cNvSpPr/>
          <p:nvPr/>
        </p:nvSpPr>
        <p:spPr>
          <a:xfrm>
            <a:off x="4937760" y="20116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65776" y="20848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1"/>
          <p:cNvSpPr/>
          <p:nvPr/>
        </p:nvSpPr>
        <p:spPr>
          <a:xfrm>
            <a:off x="5065776" y="21122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2"/>
          <p:cNvSpPr/>
          <p:nvPr/>
        </p:nvSpPr>
        <p:spPr>
          <a:xfrm>
            <a:off x="5623560" y="20665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8" name="Shape 23"/>
          <p:cNvSpPr/>
          <p:nvPr/>
        </p:nvSpPr>
        <p:spPr>
          <a:xfrm>
            <a:off x="731520" y="26974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59536" y="27706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0" name="Text 25"/>
          <p:cNvSpPr/>
          <p:nvPr/>
        </p:nvSpPr>
        <p:spPr>
          <a:xfrm>
            <a:off x="859536" y="27980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31" name="Text 26"/>
          <p:cNvSpPr/>
          <p:nvPr/>
        </p:nvSpPr>
        <p:spPr>
          <a:xfrm>
            <a:off x="1417320" y="27523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32" name="Shape 27"/>
          <p:cNvSpPr/>
          <p:nvPr/>
        </p:nvSpPr>
        <p:spPr>
          <a:xfrm>
            <a:off x="4937760" y="26974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065776" y="27706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4" name="Text 29"/>
          <p:cNvSpPr/>
          <p:nvPr/>
        </p:nvSpPr>
        <p:spPr>
          <a:xfrm>
            <a:off x="5065776" y="27980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35" name="Text 30"/>
          <p:cNvSpPr/>
          <p:nvPr/>
        </p:nvSpPr>
        <p:spPr>
          <a:xfrm>
            <a:off x="5623560" y="27523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36" name="Shape 31"/>
          <p:cNvSpPr/>
          <p:nvPr/>
        </p:nvSpPr>
        <p:spPr>
          <a:xfrm>
            <a:off x="731520" y="33832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59536" y="34564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8" name="Text 33"/>
          <p:cNvSpPr/>
          <p:nvPr/>
        </p:nvSpPr>
        <p:spPr>
          <a:xfrm>
            <a:off x="859536" y="34838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52" dirty="0"/>
          </a:p>
        </p:txBody>
      </p:sp>
      <p:sp>
        <p:nvSpPr>
          <p:cNvPr id="39" name="Text 34"/>
          <p:cNvSpPr/>
          <p:nvPr/>
        </p:nvSpPr>
        <p:spPr>
          <a:xfrm>
            <a:off x="1417320" y="34381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40" name="Shape 35"/>
          <p:cNvSpPr/>
          <p:nvPr/>
        </p:nvSpPr>
        <p:spPr>
          <a:xfrm>
            <a:off x="4937760" y="33832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065776" y="34564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42" name="Text 37"/>
          <p:cNvSpPr/>
          <p:nvPr/>
        </p:nvSpPr>
        <p:spPr>
          <a:xfrm>
            <a:off x="5065776" y="34838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52" dirty="0"/>
          </a:p>
        </p:txBody>
      </p:sp>
      <p:sp>
        <p:nvSpPr>
          <p:cNvPr id="43" name="Text 38"/>
          <p:cNvSpPr/>
          <p:nvPr/>
        </p:nvSpPr>
        <p:spPr>
          <a:xfrm>
            <a:off x="5623560" y="34381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44" name="Shape 39"/>
          <p:cNvSpPr/>
          <p:nvPr/>
        </p:nvSpPr>
        <p:spPr>
          <a:xfrm>
            <a:off x="731520" y="40690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59536" y="41422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46" name="Text 41"/>
          <p:cNvSpPr/>
          <p:nvPr/>
        </p:nvSpPr>
        <p:spPr>
          <a:xfrm>
            <a:off x="859536" y="41696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52" dirty="0"/>
          </a:p>
        </p:txBody>
      </p:sp>
      <p:sp>
        <p:nvSpPr>
          <p:cNvPr id="47" name="Text 42"/>
          <p:cNvSpPr/>
          <p:nvPr/>
        </p:nvSpPr>
        <p:spPr>
          <a:xfrm>
            <a:off x="1417320" y="41239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48" name="Shape 43"/>
          <p:cNvSpPr/>
          <p:nvPr/>
        </p:nvSpPr>
        <p:spPr>
          <a:xfrm>
            <a:off x="4937760" y="40690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065776" y="41422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50" name="Text 45"/>
          <p:cNvSpPr/>
          <p:nvPr/>
        </p:nvSpPr>
        <p:spPr>
          <a:xfrm>
            <a:off x="5065776" y="41696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52" dirty="0"/>
          </a:p>
        </p:txBody>
      </p:sp>
      <p:sp>
        <p:nvSpPr>
          <p:cNvPr id="51" name="Text 46"/>
          <p:cNvSpPr/>
          <p:nvPr/>
        </p:nvSpPr>
        <p:spPr>
          <a:xfrm>
            <a:off x="5623560" y="41239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6616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463040" y="1371600"/>
            <a:ext cx="7680960" cy="1188720"/>
          </a:xfrm>
          <a:custGeom>
            <a:avLst/>
            <a:gdLst/>
            <a:ahLst/>
            <a:cxnLst/>
            <a:rect l="l" t="t" r="r" b="b"/>
            <a:pathLst>
              <a:path w="7680960" h="1188720">
                <a:moveTo>
                  <a:pt x="0" y="0"/>
                </a:moveTo>
                <a:lnTo>
                  <a:pt x="7680960" y="0"/>
                </a:lnTo>
                <a:lnTo>
                  <a:pt x="768096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D8DDE3">
              <a:alpha val="82000"/>
            </a:srgbClr>
          </a:solidFill>
          <a:ln/>
        </p:spPr>
      </p:sp>
      <p:sp>
        <p:nvSpPr>
          <p:cNvPr id="6" name="Shape 1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5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Text 6"/>
          <p:cNvSpPr/>
          <p:nvPr/>
        </p:nvSpPr>
        <p:spPr>
          <a:xfrm>
            <a:off x="841248" y="1691640"/>
            <a:ext cx="173736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624" b="1" dirty="0">
                <a:solidFill>
                  <a:srgbClr val="34A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2" name="Text 7"/>
          <p:cNvSpPr/>
          <p:nvPr/>
        </p:nvSpPr>
        <p:spPr>
          <a:xfrm>
            <a:off x="2606040" y="1737360"/>
            <a:ext cx="55778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关键章节</a:t>
            </a:r>
            <a:endParaRPr lang="en-US" sz="1152" dirty="0"/>
          </a:p>
        </p:txBody>
      </p:sp>
      <p:sp>
        <p:nvSpPr>
          <p:cNvPr id="13" name="Text 8"/>
          <p:cNvSpPr/>
          <p:nvPr/>
        </p:nvSpPr>
        <p:spPr>
          <a:xfrm>
            <a:off x="2651760" y="2578608"/>
            <a:ext cx="5486400" cy="12070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用清晰结构推进每一次表达</a:t>
            </a:r>
            <a:endParaRPr lang="en-US" sz="1152" dirty="0"/>
          </a:p>
        </p:txBody>
      </p:sp>
      <p:sp>
        <p:nvSpPr>
          <p:cNvPr id="14" name="Shape 9"/>
          <p:cNvSpPr/>
          <p:nvPr/>
        </p:nvSpPr>
        <p:spPr>
          <a:xfrm>
            <a:off x="2651760" y="2505456"/>
            <a:ext cx="1737360" cy="0"/>
          </a:xfrm>
          <a:custGeom>
            <a:avLst/>
            <a:gdLst/>
            <a:ahLst/>
            <a:cxnLst/>
            <a:rect l="l" t="t" r="r" b="b"/>
            <a:pathLst>
              <a:path w="1737360" h="0">
                <a:moveTo>
                  <a:pt x="0" y="0"/>
                </a:moveTo>
                <a:lnTo>
                  <a:pt x="173736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301752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685800"/>
            <a:ext cx="6583680" cy="370332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Text 5"/>
          <p:cNvSpPr/>
          <p:nvPr/>
        </p:nvSpPr>
        <p:spPr>
          <a:xfrm>
            <a:off x="841248" y="1691640"/>
            <a:ext cx="173736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624" b="1" dirty="0">
                <a:solidFill>
                  <a:srgbClr val="34A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2" name="Text 6"/>
          <p:cNvSpPr/>
          <p:nvPr/>
        </p:nvSpPr>
        <p:spPr>
          <a:xfrm>
            <a:off x="2606040" y="1737360"/>
            <a:ext cx="55778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关键章节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2651760" y="2578608"/>
            <a:ext cx="5486400" cy="12070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用清晰结构推进每一次表达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2651760" y="2505456"/>
            <a:ext cx="1737360" cy="0"/>
          </a:xfrm>
          <a:custGeom>
            <a:avLst/>
            <a:gdLst/>
            <a:ahLst/>
            <a:cxnLst/>
            <a:rect l="l" t="t" r="r" b="b"/>
            <a:pathLst>
              <a:path w="1737360" h="0">
                <a:moveTo>
                  <a:pt x="0" y="0"/>
                </a:moveTo>
                <a:lnTo>
                  <a:pt x="173736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一个结论，让全场记住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1097280" y="1554480"/>
            <a:ext cx="6949440" cy="2240280"/>
          </a:xfrm>
          <a:custGeom>
            <a:avLst/>
            <a:gdLst/>
            <a:ahLst/>
            <a:cxnLst/>
            <a:rect l="l" t="t" r="r" b="b"/>
            <a:pathLst>
              <a:path w="6949440" h="2240280">
                <a:moveTo>
                  <a:pt x="0" y="0"/>
                </a:moveTo>
                <a:lnTo>
                  <a:pt x="6949440" y="0"/>
                </a:lnTo>
                <a:lnTo>
                  <a:pt x="6949440" y="2240280"/>
                </a:lnTo>
                <a:lnTo>
                  <a:pt x="0" y="2240280"/>
                </a:lnTo>
                <a:close/>
              </a:path>
            </a:pathLst>
          </a:custGeom>
          <a:solidFill>
            <a:srgbClr val="FFFFFF">
              <a:alpha val="94000"/>
            </a:srgbClr>
          </a:solidFill>
          <a:ln w="18288">
            <a:solidFill>
              <a:srgbClr val="0877C9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371600" y="1874520"/>
            <a:ext cx="86868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34A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6" name="Text 10"/>
          <p:cNvSpPr/>
          <p:nvPr/>
        </p:nvSpPr>
        <p:spPr>
          <a:xfrm>
            <a:off x="2377440" y="1828800"/>
            <a:ext cx="48920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结论先行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417320" y="2606040"/>
            <a:ext cx="6126480" cy="8686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先说清结论，再用必要证据支撑，让表达更有力量。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640080" y="1508760"/>
            <a:ext cx="3703320" cy="2743200"/>
          </a:xfrm>
          <a:custGeom>
            <a:avLst/>
            <a:gdLst/>
            <a:ahLst/>
            <a:cxnLst/>
            <a:rect l="l" t="t" r="r" b="b"/>
            <a:pathLst>
              <a:path w="3703320" h="2743200">
                <a:moveTo>
                  <a:pt x="0" y="0"/>
                </a:moveTo>
                <a:lnTo>
                  <a:pt x="3703320" y="0"/>
                </a:lnTo>
                <a:lnTo>
                  <a:pt x="370332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04672" y="16733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804672" y="168249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353312" y="1655064"/>
            <a:ext cx="282549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18" name="Text 12"/>
          <p:cNvSpPr/>
          <p:nvPr/>
        </p:nvSpPr>
        <p:spPr>
          <a:xfrm>
            <a:off x="859536" y="2404872"/>
            <a:ext cx="3264408" cy="17190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19" name="Shape 13"/>
          <p:cNvSpPr/>
          <p:nvPr/>
        </p:nvSpPr>
        <p:spPr>
          <a:xfrm>
            <a:off x="4800600" y="1508760"/>
            <a:ext cx="3703320" cy="2743200"/>
          </a:xfrm>
          <a:custGeom>
            <a:avLst/>
            <a:gdLst/>
            <a:ahLst/>
            <a:cxnLst/>
            <a:rect l="l" t="t" r="r" b="b"/>
            <a:pathLst>
              <a:path w="3703320" h="2743200">
                <a:moveTo>
                  <a:pt x="0" y="0"/>
                </a:moveTo>
                <a:lnTo>
                  <a:pt x="3703320" y="0"/>
                </a:lnTo>
                <a:lnTo>
                  <a:pt x="370332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965192" y="16733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1" name="Text 15"/>
          <p:cNvSpPr/>
          <p:nvPr/>
        </p:nvSpPr>
        <p:spPr>
          <a:xfrm>
            <a:off x="4965192" y="168249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2" name="Text 16"/>
          <p:cNvSpPr/>
          <p:nvPr/>
        </p:nvSpPr>
        <p:spPr>
          <a:xfrm>
            <a:off x="5513832" y="1655064"/>
            <a:ext cx="282549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3" name="Text 17"/>
          <p:cNvSpPr/>
          <p:nvPr/>
        </p:nvSpPr>
        <p:spPr>
          <a:xfrm>
            <a:off x="5020056" y="2404872"/>
            <a:ext cx="3264408" cy="17190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548640" y="141732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713232" y="15819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713232" y="159105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261872" y="1563624"/>
            <a:ext cx="168249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18" name="Text 12"/>
          <p:cNvSpPr/>
          <p:nvPr/>
        </p:nvSpPr>
        <p:spPr>
          <a:xfrm>
            <a:off x="768096" y="2404872"/>
            <a:ext cx="2121408" cy="1901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19" name="Shape 13"/>
          <p:cNvSpPr/>
          <p:nvPr/>
        </p:nvSpPr>
        <p:spPr>
          <a:xfrm>
            <a:off x="3291840" y="141732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456432" y="15819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1" name="Text 15"/>
          <p:cNvSpPr/>
          <p:nvPr/>
        </p:nvSpPr>
        <p:spPr>
          <a:xfrm>
            <a:off x="3456432" y="159105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2" name="Text 16"/>
          <p:cNvSpPr/>
          <p:nvPr/>
        </p:nvSpPr>
        <p:spPr>
          <a:xfrm>
            <a:off x="4005072" y="1563624"/>
            <a:ext cx="168249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3" name="Text 17"/>
          <p:cNvSpPr/>
          <p:nvPr/>
        </p:nvSpPr>
        <p:spPr>
          <a:xfrm>
            <a:off x="3511296" y="2404872"/>
            <a:ext cx="2121408" cy="1901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24" name="Shape 18"/>
          <p:cNvSpPr/>
          <p:nvPr/>
        </p:nvSpPr>
        <p:spPr>
          <a:xfrm>
            <a:off x="6035040" y="141732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99632" y="15819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0"/>
          <p:cNvSpPr/>
          <p:nvPr/>
        </p:nvSpPr>
        <p:spPr>
          <a:xfrm>
            <a:off x="6199632" y="159105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7" name="Text 21"/>
          <p:cNvSpPr/>
          <p:nvPr/>
        </p:nvSpPr>
        <p:spPr>
          <a:xfrm>
            <a:off x="6748272" y="1563624"/>
            <a:ext cx="168249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8" name="Text 22"/>
          <p:cNvSpPr/>
          <p:nvPr/>
        </p:nvSpPr>
        <p:spPr>
          <a:xfrm>
            <a:off x="6254496" y="2404872"/>
            <a:ext cx="2121408" cy="1901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640080" y="1371600"/>
            <a:ext cx="3749040" cy="1554480"/>
          </a:xfrm>
          <a:custGeom>
            <a:avLst/>
            <a:gdLst/>
            <a:ahLst/>
            <a:cxnLst/>
            <a:rect l="l" t="t" r="r" b="b"/>
            <a:pathLst>
              <a:path w="3749040" h="1554480">
                <a:moveTo>
                  <a:pt x="0" y="0"/>
                </a:moveTo>
                <a:lnTo>
                  <a:pt x="3749040" y="0"/>
                </a:lnTo>
                <a:lnTo>
                  <a:pt x="374904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04672" y="153619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804672" y="154533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353312" y="1517904"/>
            <a:ext cx="28712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18" name="Text 12"/>
          <p:cNvSpPr/>
          <p:nvPr/>
        </p:nvSpPr>
        <p:spPr>
          <a:xfrm>
            <a:off x="859536" y="2267712"/>
            <a:ext cx="3310128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19" name="Shape 13"/>
          <p:cNvSpPr/>
          <p:nvPr/>
        </p:nvSpPr>
        <p:spPr>
          <a:xfrm>
            <a:off x="4754880" y="1371600"/>
            <a:ext cx="3749040" cy="1554480"/>
          </a:xfrm>
          <a:custGeom>
            <a:avLst/>
            <a:gdLst/>
            <a:ahLst/>
            <a:cxnLst/>
            <a:rect l="l" t="t" r="r" b="b"/>
            <a:pathLst>
              <a:path w="3749040" h="1554480">
                <a:moveTo>
                  <a:pt x="0" y="0"/>
                </a:moveTo>
                <a:lnTo>
                  <a:pt x="3749040" y="0"/>
                </a:lnTo>
                <a:lnTo>
                  <a:pt x="374904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919472" y="153619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1" name="Text 15"/>
          <p:cNvSpPr/>
          <p:nvPr/>
        </p:nvSpPr>
        <p:spPr>
          <a:xfrm>
            <a:off x="4919472" y="154533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2" name="Text 16"/>
          <p:cNvSpPr/>
          <p:nvPr/>
        </p:nvSpPr>
        <p:spPr>
          <a:xfrm>
            <a:off x="5468112" y="1517904"/>
            <a:ext cx="28712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3" name="Text 17"/>
          <p:cNvSpPr/>
          <p:nvPr/>
        </p:nvSpPr>
        <p:spPr>
          <a:xfrm>
            <a:off x="4974336" y="2267712"/>
            <a:ext cx="3310128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24" name="Shape 18"/>
          <p:cNvSpPr/>
          <p:nvPr/>
        </p:nvSpPr>
        <p:spPr>
          <a:xfrm>
            <a:off x="640080" y="3108960"/>
            <a:ext cx="3749040" cy="1554480"/>
          </a:xfrm>
          <a:custGeom>
            <a:avLst/>
            <a:gdLst/>
            <a:ahLst/>
            <a:cxnLst/>
            <a:rect l="l" t="t" r="r" b="b"/>
            <a:pathLst>
              <a:path w="3749040" h="1554480">
                <a:moveTo>
                  <a:pt x="0" y="0"/>
                </a:moveTo>
                <a:lnTo>
                  <a:pt x="3749040" y="0"/>
                </a:lnTo>
                <a:lnTo>
                  <a:pt x="374904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32735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0"/>
          <p:cNvSpPr/>
          <p:nvPr/>
        </p:nvSpPr>
        <p:spPr>
          <a:xfrm>
            <a:off x="804672" y="328269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7" name="Text 21"/>
          <p:cNvSpPr/>
          <p:nvPr/>
        </p:nvSpPr>
        <p:spPr>
          <a:xfrm>
            <a:off x="1353312" y="3255264"/>
            <a:ext cx="28712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8" name="Text 22"/>
          <p:cNvSpPr/>
          <p:nvPr/>
        </p:nvSpPr>
        <p:spPr>
          <a:xfrm>
            <a:off x="859536" y="4005072"/>
            <a:ext cx="3310128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29" name="Shape 23"/>
          <p:cNvSpPr/>
          <p:nvPr/>
        </p:nvSpPr>
        <p:spPr>
          <a:xfrm>
            <a:off x="4754880" y="3108960"/>
            <a:ext cx="3749040" cy="1554480"/>
          </a:xfrm>
          <a:custGeom>
            <a:avLst/>
            <a:gdLst/>
            <a:ahLst/>
            <a:cxnLst/>
            <a:rect l="l" t="t" r="r" b="b"/>
            <a:pathLst>
              <a:path w="3749040" h="1554480">
                <a:moveTo>
                  <a:pt x="0" y="0"/>
                </a:moveTo>
                <a:lnTo>
                  <a:pt x="3749040" y="0"/>
                </a:lnTo>
                <a:lnTo>
                  <a:pt x="374904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919472" y="32735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1" name="Text 25"/>
          <p:cNvSpPr/>
          <p:nvPr/>
        </p:nvSpPr>
        <p:spPr>
          <a:xfrm>
            <a:off x="4919472" y="328269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32" name="Text 26"/>
          <p:cNvSpPr/>
          <p:nvPr/>
        </p:nvSpPr>
        <p:spPr>
          <a:xfrm>
            <a:off x="5468112" y="3255264"/>
            <a:ext cx="28712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33" name="Text 27"/>
          <p:cNvSpPr/>
          <p:nvPr/>
        </p:nvSpPr>
        <p:spPr>
          <a:xfrm>
            <a:off x="4974336" y="4005072"/>
            <a:ext cx="3310128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一张图说明关键场景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1417320" y="1325880"/>
            <a:ext cx="6309360" cy="3154680"/>
          </a:xfrm>
          <a:custGeom>
            <a:avLst/>
            <a:gdLst/>
            <a:ahLst/>
            <a:cxnLst/>
            <a:rect l="l" t="t" r="r" b="b"/>
            <a:pathLst>
              <a:path w="6309360" h="3154680">
                <a:moveTo>
                  <a:pt x="0" y="0"/>
                </a:moveTo>
                <a:lnTo>
                  <a:pt x="6309360" y="0"/>
                </a:lnTo>
                <a:lnTo>
                  <a:pt x="6309360" y="3154680"/>
                </a:lnTo>
                <a:lnTo>
                  <a:pt x="0" y="31546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581912" y="14904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158191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Shape 11"/>
          <p:cNvSpPr/>
          <p:nvPr/>
        </p:nvSpPr>
        <p:spPr>
          <a:xfrm>
            <a:off x="1581912" y="2039112"/>
            <a:ext cx="5980176" cy="1482700"/>
          </a:xfrm>
          <a:custGeom>
            <a:avLst/>
            <a:gdLst/>
            <a:ahLst/>
            <a:cxnLst/>
            <a:rect l="l" t="t" r="r" b="b"/>
            <a:pathLst>
              <a:path w="5980176" h="1482700">
                <a:moveTo>
                  <a:pt x="0" y="0"/>
                </a:moveTo>
                <a:lnTo>
                  <a:pt x="5980176" y="0"/>
                </a:lnTo>
                <a:lnTo>
                  <a:pt x="5980176" y="1482700"/>
                </a:lnTo>
                <a:lnTo>
                  <a:pt x="0" y="1482700"/>
                </a:lnTo>
                <a:close/>
              </a:path>
            </a:pathLst>
          </a:custGeom>
          <a:solidFill>
            <a:srgbClr val="F4F6F9"/>
          </a:solidFill>
          <a:ln w="9144">
            <a:solidFill>
              <a:srgbClr val="0877C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2103120"/>
            <a:ext cx="5852160" cy="13546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81912" y="3155594"/>
            <a:ext cx="598017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0" name="Text 13"/>
          <p:cNvSpPr/>
          <p:nvPr/>
        </p:nvSpPr>
        <p:spPr>
          <a:xfrm>
            <a:off x="1581912" y="3786530"/>
            <a:ext cx="5980176" cy="5678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两组画面形成清晰对照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685800" y="1325880"/>
            <a:ext cx="3657600" cy="3154680"/>
          </a:xfrm>
          <a:custGeom>
            <a:avLst/>
            <a:gdLst/>
            <a:ahLst/>
            <a:cxnLst/>
            <a:rect l="l" t="t" r="r" b="b"/>
            <a:pathLst>
              <a:path w="3657600" h="3154680">
                <a:moveTo>
                  <a:pt x="0" y="0"/>
                </a:moveTo>
                <a:lnTo>
                  <a:pt x="3657600" y="0"/>
                </a:lnTo>
                <a:lnTo>
                  <a:pt x="3657600" y="3154680"/>
                </a:lnTo>
                <a:lnTo>
                  <a:pt x="0" y="31546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50392" y="14904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85039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Shape 11"/>
          <p:cNvSpPr/>
          <p:nvPr/>
        </p:nvSpPr>
        <p:spPr>
          <a:xfrm>
            <a:off x="850392" y="2039112"/>
            <a:ext cx="3328416" cy="1482700"/>
          </a:xfrm>
          <a:custGeom>
            <a:avLst/>
            <a:gdLst/>
            <a:ahLst/>
            <a:cxnLst/>
            <a:rect l="l" t="t" r="r" b="b"/>
            <a:pathLst>
              <a:path w="3328416" h="1482700">
                <a:moveTo>
                  <a:pt x="0" y="0"/>
                </a:moveTo>
                <a:lnTo>
                  <a:pt x="3328416" y="0"/>
                </a:lnTo>
                <a:lnTo>
                  <a:pt x="3328416" y="1482700"/>
                </a:lnTo>
                <a:lnTo>
                  <a:pt x="0" y="1482700"/>
                </a:lnTo>
                <a:close/>
              </a:path>
            </a:pathLst>
          </a:custGeom>
          <a:solidFill>
            <a:srgbClr val="F4F6F9"/>
          </a:solidFill>
          <a:ln w="9144">
            <a:solidFill>
              <a:srgbClr val="0877C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03120"/>
            <a:ext cx="3200400" cy="13546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0392" y="3155594"/>
            <a:ext cx="33284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0" name="Text 13"/>
          <p:cNvSpPr/>
          <p:nvPr/>
        </p:nvSpPr>
        <p:spPr>
          <a:xfrm>
            <a:off x="850392" y="3786530"/>
            <a:ext cx="3328416" cy="5678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21" name="Shape 14"/>
          <p:cNvSpPr/>
          <p:nvPr/>
        </p:nvSpPr>
        <p:spPr>
          <a:xfrm>
            <a:off x="4800600" y="1325880"/>
            <a:ext cx="3657600" cy="3154680"/>
          </a:xfrm>
          <a:custGeom>
            <a:avLst/>
            <a:gdLst/>
            <a:ahLst/>
            <a:cxnLst/>
            <a:rect l="l" t="t" r="r" b="b"/>
            <a:pathLst>
              <a:path w="3657600" h="3154680">
                <a:moveTo>
                  <a:pt x="0" y="0"/>
                </a:moveTo>
                <a:lnTo>
                  <a:pt x="3657600" y="0"/>
                </a:lnTo>
                <a:lnTo>
                  <a:pt x="3657600" y="3154680"/>
                </a:lnTo>
                <a:lnTo>
                  <a:pt x="0" y="31546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965192" y="14904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3" name="Text 16"/>
          <p:cNvSpPr/>
          <p:nvPr/>
        </p:nvSpPr>
        <p:spPr>
          <a:xfrm>
            <a:off x="496519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4" name="Shape 17"/>
          <p:cNvSpPr/>
          <p:nvPr/>
        </p:nvSpPr>
        <p:spPr>
          <a:xfrm>
            <a:off x="4965192" y="2039112"/>
            <a:ext cx="3328416" cy="1482700"/>
          </a:xfrm>
          <a:custGeom>
            <a:avLst/>
            <a:gdLst/>
            <a:ahLst/>
            <a:cxnLst/>
            <a:rect l="l" t="t" r="r" b="b"/>
            <a:pathLst>
              <a:path w="3328416" h="1482700">
                <a:moveTo>
                  <a:pt x="0" y="0"/>
                </a:moveTo>
                <a:lnTo>
                  <a:pt x="3328416" y="0"/>
                </a:lnTo>
                <a:lnTo>
                  <a:pt x="3328416" y="1482700"/>
                </a:lnTo>
                <a:lnTo>
                  <a:pt x="0" y="1482700"/>
                </a:lnTo>
                <a:close/>
              </a:path>
            </a:pathLst>
          </a:custGeom>
          <a:solidFill>
            <a:srgbClr val="F4F6F9"/>
          </a:solidFill>
          <a:ln w="9144">
            <a:solidFill>
              <a:srgbClr val="0877C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103120"/>
            <a:ext cx="3200400" cy="13546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65192" y="3155594"/>
            <a:ext cx="33284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7" name="Text 19"/>
          <p:cNvSpPr/>
          <p:nvPr/>
        </p:nvSpPr>
        <p:spPr>
          <a:xfrm>
            <a:off x="4965192" y="3786530"/>
            <a:ext cx="3328416" cy="5678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8640"/>
            <a:ext cx="6949440" cy="393192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Text 5"/>
          <p:cNvSpPr/>
          <p:nvPr/>
        </p:nvSpPr>
        <p:spPr>
          <a:xfrm>
            <a:off x="1371600" y="1143000"/>
            <a:ext cx="6400800" cy="1371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1152" dirty="0"/>
          </a:p>
        </p:txBody>
      </p:sp>
      <p:sp>
        <p:nvSpPr>
          <p:cNvPr id="12" name="Shape 6"/>
          <p:cNvSpPr/>
          <p:nvPr/>
        </p:nvSpPr>
        <p:spPr>
          <a:xfrm>
            <a:off x="3566160" y="2670048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 h="0">
                <a:moveTo>
                  <a:pt x="0" y="0"/>
                </a:moveTo>
                <a:lnTo>
                  <a:pt x="201168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13" name="Text 7"/>
          <p:cNvSpPr/>
          <p:nvPr/>
        </p:nvSpPr>
        <p:spPr>
          <a:xfrm>
            <a:off x="1828800" y="2880360"/>
            <a:ext cx="5486400" cy="1554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以清晰结构连接洞察、决策与行动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Text 5"/>
          <p:cNvSpPr/>
          <p:nvPr/>
        </p:nvSpPr>
        <p:spPr>
          <a:xfrm>
            <a:off x="1371600" y="1143000"/>
            <a:ext cx="6400800" cy="1371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让下一步行动清晰可见</a:t>
            </a:r>
            <a:endParaRPr lang="en-US" sz="1152" dirty="0"/>
          </a:p>
        </p:txBody>
      </p:sp>
      <p:sp>
        <p:nvSpPr>
          <p:cNvPr id="12" name="Shape 6"/>
          <p:cNvSpPr/>
          <p:nvPr/>
        </p:nvSpPr>
        <p:spPr>
          <a:xfrm>
            <a:off x="3566160" y="2670048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 h="0">
                <a:moveTo>
                  <a:pt x="0" y="0"/>
                </a:moveTo>
                <a:lnTo>
                  <a:pt x="201168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13" name="Text 7"/>
          <p:cNvSpPr/>
          <p:nvPr/>
        </p:nvSpPr>
        <p:spPr>
          <a:xfrm>
            <a:off x="914400" y="2834640"/>
            <a:ext cx="7315200" cy="4937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以清晰结构连接洞察、决策与行动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960120" y="3520440"/>
            <a:ext cx="2148840" cy="749808"/>
          </a:xfrm>
          <a:custGeom>
            <a:avLst/>
            <a:gdLst/>
            <a:ahLst/>
            <a:cxnLst/>
            <a:rect l="l" t="t" r="r" b="b"/>
            <a:pathLst>
              <a:path w="2148840" h="749808">
                <a:moveTo>
                  <a:pt x="0" y="0"/>
                </a:moveTo>
                <a:lnTo>
                  <a:pt x="2148840" y="0"/>
                </a:lnTo>
                <a:lnTo>
                  <a:pt x="214884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088136" y="370332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6" name="Text 10"/>
          <p:cNvSpPr/>
          <p:nvPr/>
        </p:nvSpPr>
        <p:spPr>
          <a:xfrm>
            <a:off x="1088136" y="3730752"/>
            <a:ext cx="384048" cy="3108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600200" y="3685032"/>
            <a:ext cx="13258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确认下一步</a:t>
            </a:r>
            <a:endParaRPr lang="en-US" sz="1152" dirty="0"/>
          </a:p>
        </p:txBody>
      </p:sp>
      <p:sp>
        <p:nvSpPr>
          <p:cNvPr id="18" name="Shape 12"/>
          <p:cNvSpPr/>
          <p:nvPr/>
        </p:nvSpPr>
        <p:spPr>
          <a:xfrm>
            <a:off x="3520440" y="3520440"/>
            <a:ext cx="2148840" cy="749808"/>
          </a:xfrm>
          <a:custGeom>
            <a:avLst/>
            <a:gdLst/>
            <a:ahLst/>
            <a:cxnLst/>
            <a:rect l="l" t="t" r="r" b="b"/>
            <a:pathLst>
              <a:path w="2148840" h="749808">
                <a:moveTo>
                  <a:pt x="0" y="0"/>
                </a:moveTo>
                <a:lnTo>
                  <a:pt x="2148840" y="0"/>
                </a:lnTo>
                <a:lnTo>
                  <a:pt x="214884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648456" y="370332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20" name="Text 14"/>
          <p:cNvSpPr/>
          <p:nvPr/>
        </p:nvSpPr>
        <p:spPr>
          <a:xfrm>
            <a:off x="3648456" y="3730752"/>
            <a:ext cx="384048" cy="3108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1" name="Text 15"/>
          <p:cNvSpPr/>
          <p:nvPr/>
        </p:nvSpPr>
        <p:spPr>
          <a:xfrm>
            <a:off x="4160520" y="3685032"/>
            <a:ext cx="13258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明确负责人</a:t>
            </a:r>
            <a:endParaRPr lang="en-US" sz="1152" dirty="0"/>
          </a:p>
        </p:txBody>
      </p:sp>
      <p:sp>
        <p:nvSpPr>
          <p:cNvPr id="22" name="Shape 16"/>
          <p:cNvSpPr/>
          <p:nvPr/>
        </p:nvSpPr>
        <p:spPr>
          <a:xfrm>
            <a:off x="6080760" y="3520440"/>
            <a:ext cx="2148840" cy="749808"/>
          </a:xfrm>
          <a:custGeom>
            <a:avLst/>
            <a:gdLst/>
            <a:ahLst/>
            <a:cxnLst/>
            <a:rect l="l" t="t" r="r" b="b"/>
            <a:pathLst>
              <a:path w="2148840" h="749808">
                <a:moveTo>
                  <a:pt x="0" y="0"/>
                </a:moveTo>
                <a:lnTo>
                  <a:pt x="2148840" y="0"/>
                </a:lnTo>
                <a:lnTo>
                  <a:pt x="214884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208776" y="370332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24" name="Text 18"/>
          <p:cNvSpPr/>
          <p:nvPr/>
        </p:nvSpPr>
        <p:spPr>
          <a:xfrm>
            <a:off x="6208776" y="3730752"/>
            <a:ext cx="384048" cy="3108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5" name="Text 19"/>
          <p:cNvSpPr/>
          <p:nvPr/>
        </p:nvSpPr>
        <p:spPr>
          <a:xfrm>
            <a:off x="6720840" y="3685032"/>
            <a:ext cx="13258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约定复盘点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2026-08-31T12:13:01Z</dcterms:created>
  <dcterms:modified xsi:type="dcterms:W3CDTF">2026-08-31T12:13:01Z</dcterms:modified>
</cp:coreProperties>
</file>